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701D3-0680-2943-B8BA-42711B6CBE27}" v="314" dt="2026-09-25T06:53:42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97"/>
    <p:restoredTop sz="94560"/>
  </p:normalViewPr>
  <p:slideViewPr>
    <p:cSldViewPr snapToGrid="0">
      <p:cViewPr varScale="1">
        <p:scale>
          <a:sx n="131" d="100"/>
          <a:sy n="131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a Cristofaro" userId="161529cd7ad5fb6f" providerId="LiveId" clId="{CDD77BB7-3E16-5B52-B8BB-55562C73730B}"/>
    <pc:docChg chg="undo custSel addSld delSld modSld">
      <pc:chgData name="Silvia Cristofaro" userId="161529cd7ad5fb6f" providerId="LiveId" clId="{CDD77BB7-3E16-5B52-B8BB-55562C73730B}" dt="2026-09-25T06:53:42.824" v="1358"/>
      <pc:docMkLst>
        <pc:docMk/>
      </pc:docMkLst>
      <pc:sldChg chg="modSp">
        <pc:chgData name="Silvia Cristofaro" userId="161529cd7ad5fb6f" providerId="LiveId" clId="{CDD77BB7-3E16-5B52-B8BB-55562C73730B}" dt="2026-09-24T20:54:09.987" v="1160"/>
        <pc:sldMkLst>
          <pc:docMk/>
          <pc:sldMk cId="2009366368" sldId="256"/>
        </pc:sldMkLst>
        <pc:picChg chg="mod">
          <ac:chgData name="Silvia Cristofaro" userId="161529cd7ad5fb6f" providerId="LiveId" clId="{CDD77BB7-3E16-5B52-B8BB-55562C73730B}" dt="2026-09-24T20:54:09.987" v="1160"/>
          <ac:picMkLst>
            <pc:docMk/>
            <pc:sldMk cId="2009366368" sldId="256"/>
            <ac:picMk id="9" creationId="{B8D4EDDC-388E-A2AC-98F0-5BE390CB3937}"/>
          </ac:picMkLst>
        </pc:picChg>
      </pc:sldChg>
      <pc:sldChg chg="addSp delSp modSp mod">
        <pc:chgData name="Silvia Cristofaro" userId="161529cd7ad5fb6f" providerId="LiveId" clId="{CDD77BB7-3E16-5B52-B8BB-55562C73730B}" dt="2026-09-24T20:54:42.537" v="1170" actId="1076"/>
        <pc:sldMkLst>
          <pc:docMk/>
          <pc:sldMk cId="663325794" sldId="257"/>
        </pc:sldMkLst>
        <pc:spChg chg="mod">
          <ac:chgData name="Silvia Cristofaro" userId="161529cd7ad5fb6f" providerId="LiveId" clId="{CDD77BB7-3E16-5B52-B8BB-55562C73730B}" dt="2026-09-24T20:54:36.740" v="1169" actId="20577"/>
          <ac:spMkLst>
            <pc:docMk/>
            <pc:sldMk cId="663325794" sldId="257"/>
            <ac:spMk id="2" creationId="{5F755F96-1591-3D09-5EA9-98F1854F25A4}"/>
          </ac:spMkLst>
        </pc:spChg>
        <pc:spChg chg="mod">
          <ac:chgData name="Silvia Cristofaro" userId="161529cd7ad5fb6f" providerId="LiveId" clId="{CDD77BB7-3E16-5B52-B8BB-55562C73730B}" dt="2026-09-24T13:22:36.510" v="545" actId="14100"/>
          <ac:spMkLst>
            <pc:docMk/>
            <pc:sldMk cId="663325794" sldId="257"/>
            <ac:spMk id="8" creationId="{2059E410-B9CF-D0D8-47CB-8F2ACCCFEB73}"/>
          </ac:spMkLst>
        </pc:spChg>
        <pc:spChg chg="del">
          <ac:chgData name="Silvia Cristofaro" userId="161529cd7ad5fb6f" providerId="LiveId" clId="{CDD77BB7-3E16-5B52-B8BB-55562C73730B}" dt="2026-09-24T12:51:43.037" v="342" actId="478"/>
          <ac:spMkLst>
            <pc:docMk/>
            <pc:sldMk cId="663325794" sldId="257"/>
            <ac:spMk id="9" creationId="{2F2B29B0-D313-4DB5-4306-148300E89F68}"/>
          </ac:spMkLst>
        </pc:spChg>
        <pc:picChg chg="add mod">
          <ac:chgData name="Silvia Cristofaro" userId="161529cd7ad5fb6f" providerId="LiveId" clId="{CDD77BB7-3E16-5B52-B8BB-55562C73730B}" dt="2026-09-24T13:22:56.495" v="553" actId="14100"/>
          <ac:picMkLst>
            <pc:docMk/>
            <pc:sldMk cId="663325794" sldId="257"/>
            <ac:picMk id="3" creationId="{537F6CF7-5723-07A2-5C81-91F9A85AD083}"/>
          </ac:picMkLst>
        </pc:picChg>
        <pc:picChg chg="mod">
          <ac:chgData name="Silvia Cristofaro" userId="161529cd7ad5fb6f" providerId="LiveId" clId="{CDD77BB7-3E16-5B52-B8BB-55562C73730B}" dt="2026-09-24T20:54:42.537" v="1170" actId="1076"/>
          <ac:picMkLst>
            <pc:docMk/>
            <pc:sldMk cId="663325794" sldId="257"/>
            <ac:picMk id="5" creationId="{9E2FB9B7-0C1F-A57A-0702-E112F4BC6DBA}"/>
          </ac:picMkLst>
        </pc:picChg>
        <pc:picChg chg="mod">
          <ac:chgData name="Silvia Cristofaro" userId="161529cd7ad5fb6f" providerId="LiveId" clId="{CDD77BB7-3E16-5B52-B8BB-55562C73730B}" dt="2026-09-24T13:22:31.945" v="543" actId="1076"/>
          <ac:picMkLst>
            <pc:docMk/>
            <pc:sldMk cId="663325794" sldId="257"/>
            <ac:picMk id="6" creationId="{655AA76C-5C42-BC28-826B-E4F09FA083E7}"/>
          </ac:picMkLst>
        </pc:picChg>
      </pc:sldChg>
      <pc:sldChg chg="addSp delSp modSp mod">
        <pc:chgData name="Silvia Cristofaro" userId="161529cd7ad5fb6f" providerId="LiveId" clId="{CDD77BB7-3E16-5B52-B8BB-55562C73730B}" dt="2026-09-24T14:12:25.197" v="772" actId="122"/>
        <pc:sldMkLst>
          <pc:docMk/>
          <pc:sldMk cId="3684568059" sldId="258"/>
        </pc:sldMkLst>
        <pc:spChg chg="mod">
          <ac:chgData name="Silvia Cristofaro" userId="161529cd7ad5fb6f" providerId="LiveId" clId="{CDD77BB7-3E16-5B52-B8BB-55562C73730B}" dt="2026-09-24T14:12:25.197" v="772" actId="122"/>
          <ac:spMkLst>
            <pc:docMk/>
            <pc:sldMk cId="3684568059" sldId="258"/>
            <ac:spMk id="2" creationId="{86FDF551-543A-F5AB-58E6-5F3B03D095D4}"/>
          </ac:spMkLst>
        </pc:spChg>
        <pc:spChg chg="mod">
          <ac:chgData name="Silvia Cristofaro" userId="161529cd7ad5fb6f" providerId="LiveId" clId="{CDD77BB7-3E16-5B52-B8BB-55562C73730B}" dt="2026-09-24T12:38:09.219" v="198" actId="164"/>
          <ac:spMkLst>
            <pc:docMk/>
            <pc:sldMk cId="3684568059" sldId="258"/>
            <ac:spMk id="4" creationId="{303E2527-EF18-B2A3-0E1E-59200DECA04F}"/>
          </ac:spMkLst>
        </pc:spChg>
        <pc:spChg chg="mod">
          <ac:chgData name="Silvia Cristofaro" userId="161529cd7ad5fb6f" providerId="LiveId" clId="{CDD77BB7-3E16-5B52-B8BB-55562C73730B}" dt="2026-09-24T12:38:09.219" v="198" actId="164"/>
          <ac:spMkLst>
            <pc:docMk/>
            <pc:sldMk cId="3684568059" sldId="258"/>
            <ac:spMk id="5" creationId="{D38444B7-7CB5-D87B-A92A-D3BD6F21E3F3}"/>
          </ac:spMkLst>
        </pc:spChg>
        <pc:spChg chg="del mod">
          <ac:chgData name="Silvia Cristofaro" userId="161529cd7ad5fb6f" providerId="LiveId" clId="{CDD77BB7-3E16-5B52-B8BB-55562C73730B}" dt="2026-09-24T12:55:08.996" v="360" actId="478"/>
          <ac:spMkLst>
            <pc:docMk/>
            <pc:sldMk cId="3684568059" sldId="258"/>
            <ac:spMk id="6" creationId="{1B4897EC-F18C-22B6-A7DF-44A2AC30FD5D}"/>
          </ac:spMkLst>
        </pc:spChg>
        <pc:spChg chg="add mod">
          <ac:chgData name="Silvia Cristofaro" userId="161529cd7ad5fb6f" providerId="LiveId" clId="{CDD77BB7-3E16-5B52-B8BB-55562C73730B}" dt="2026-09-24T12:55:12.387" v="362" actId="113"/>
          <ac:spMkLst>
            <pc:docMk/>
            <pc:sldMk cId="3684568059" sldId="258"/>
            <ac:spMk id="7" creationId="{D134E333-D600-22B6-05A7-FCC8A8F016EE}"/>
          </ac:spMkLst>
        </pc:spChg>
        <pc:grpChg chg="add mod">
          <ac:chgData name="Silvia Cristofaro" userId="161529cd7ad5fb6f" providerId="LiveId" clId="{CDD77BB7-3E16-5B52-B8BB-55562C73730B}" dt="2026-09-24T12:38:12.119" v="199" actId="1076"/>
          <ac:grpSpMkLst>
            <pc:docMk/>
            <pc:sldMk cId="3684568059" sldId="258"/>
            <ac:grpSpMk id="3" creationId="{215CCB48-1933-3771-2849-3F9922930BDE}"/>
          </ac:grpSpMkLst>
        </pc:grpChg>
      </pc:sldChg>
      <pc:sldChg chg="addSp delSp modSp add mod">
        <pc:chgData name="Silvia Cristofaro" userId="161529cd7ad5fb6f" providerId="LiveId" clId="{CDD77BB7-3E16-5B52-B8BB-55562C73730B}" dt="2026-09-24T14:12:28.834" v="773" actId="122"/>
        <pc:sldMkLst>
          <pc:docMk/>
          <pc:sldMk cId="3298026946" sldId="259"/>
        </pc:sldMkLst>
        <pc:spChg chg="mod">
          <ac:chgData name="Silvia Cristofaro" userId="161529cd7ad5fb6f" providerId="LiveId" clId="{CDD77BB7-3E16-5B52-B8BB-55562C73730B}" dt="2026-09-24T14:12:28.834" v="773" actId="122"/>
          <ac:spMkLst>
            <pc:docMk/>
            <pc:sldMk cId="3298026946" sldId="259"/>
            <ac:spMk id="2" creationId="{F5DC1291-9342-2384-D31C-859D4C9CB0D0}"/>
          </ac:spMkLst>
        </pc:spChg>
        <pc:spChg chg="del">
          <ac:chgData name="Silvia Cristofaro" userId="161529cd7ad5fb6f" providerId="LiveId" clId="{CDD77BB7-3E16-5B52-B8BB-55562C73730B}" dt="2026-09-24T12:38:18.251" v="200" actId="478"/>
          <ac:spMkLst>
            <pc:docMk/>
            <pc:sldMk cId="3298026946" sldId="259"/>
            <ac:spMk id="4" creationId="{B6C922FD-8093-B78A-CA29-71CC7C083ABD}"/>
          </ac:spMkLst>
        </pc:spChg>
        <pc:spChg chg="del">
          <ac:chgData name="Silvia Cristofaro" userId="161529cd7ad5fb6f" providerId="LiveId" clId="{CDD77BB7-3E16-5B52-B8BB-55562C73730B}" dt="2026-09-24T12:38:18.251" v="200" actId="478"/>
          <ac:spMkLst>
            <pc:docMk/>
            <pc:sldMk cId="3298026946" sldId="259"/>
            <ac:spMk id="5" creationId="{ADD3C58F-A225-1D5C-4866-39F889E33D65}"/>
          </ac:spMkLst>
        </pc:spChg>
        <pc:spChg chg="del">
          <ac:chgData name="Silvia Cristofaro" userId="161529cd7ad5fb6f" providerId="LiveId" clId="{CDD77BB7-3E16-5B52-B8BB-55562C73730B}" dt="2026-09-24T12:38:18.251" v="200" actId="478"/>
          <ac:spMkLst>
            <pc:docMk/>
            <pc:sldMk cId="3298026946" sldId="259"/>
            <ac:spMk id="6" creationId="{933C0513-E3B8-2093-E577-07BC74473140}"/>
          </ac:spMkLst>
        </pc:spChg>
        <pc:spChg chg="add mod">
          <ac:chgData name="Silvia Cristofaro" userId="161529cd7ad5fb6f" providerId="LiveId" clId="{CDD77BB7-3E16-5B52-B8BB-55562C73730B}" dt="2026-09-24T12:36:44.040" v="159" actId="164"/>
          <ac:spMkLst>
            <pc:docMk/>
            <pc:sldMk cId="3298026946" sldId="259"/>
            <ac:spMk id="9" creationId="{7766E24F-D78A-A637-1869-007AEA7342A6}"/>
          </ac:spMkLst>
        </pc:spChg>
        <pc:spChg chg="add mod">
          <ac:chgData name="Silvia Cristofaro" userId="161529cd7ad5fb6f" providerId="LiveId" clId="{CDD77BB7-3E16-5B52-B8BB-55562C73730B}" dt="2026-09-24T12:36:44.040" v="159" actId="164"/>
          <ac:spMkLst>
            <pc:docMk/>
            <pc:sldMk cId="3298026946" sldId="259"/>
            <ac:spMk id="10" creationId="{BBED44BF-BD4D-84FE-6C12-BBFB2F74818D}"/>
          </ac:spMkLst>
        </pc:spChg>
        <pc:spChg chg="add del mod">
          <ac:chgData name="Silvia Cristofaro" userId="161529cd7ad5fb6f" providerId="LiveId" clId="{CDD77BB7-3E16-5B52-B8BB-55562C73730B}" dt="2026-09-24T12:34:56.596" v="50"/>
          <ac:spMkLst>
            <pc:docMk/>
            <pc:sldMk cId="3298026946" sldId="259"/>
            <ac:spMk id="11" creationId="{8FC1CD2A-C015-C396-7CD1-2B6909F79F74}"/>
          </ac:spMkLst>
        </pc:spChg>
        <pc:spChg chg="add mod">
          <ac:chgData name="Silvia Cristofaro" userId="161529cd7ad5fb6f" providerId="LiveId" clId="{CDD77BB7-3E16-5B52-B8BB-55562C73730B}" dt="2026-09-24T12:48:01.210" v="271" actId="20577"/>
          <ac:spMkLst>
            <pc:docMk/>
            <pc:sldMk cId="3298026946" sldId="259"/>
            <ac:spMk id="12" creationId="{B27AB519-E7B5-BD14-C29F-439D4F65B660}"/>
          </ac:spMkLst>
        </pc:spChg>
        <pc:spChg chg="add del mod">
          <ac:chgData name="Silvia Cristofaro" userId="161529cd7ad5fb6f" providerId="LiveId" clId="{CDD77BB7-3E16-5B52-B8BB-55562C73730B}" dt="2026-09-24T12:36:34.536" v="158"/>
          <ac:spMkLst>
            <pc:docMk/>
            <pc:sldMk cId="3298026946" sldId="259"/>
            <ac:spMk id="13" creationId="{137127E0-2277-5C73-B432-10D1484FC107}"/>
          </ac:spMkLst>
        </pc:spChg>
        <pc:spChg chg="mod">
          <ac:chgData name="Silvia Cristofaro" userId="161529cd7ad5fb6f" providerId="LiveId" clId="{CDD77BB7-3E16-5B52-B8BB-55562C73730B}" dt="2026-09-24T12:38:38.363" v="206" actId="113"/>
          <ac:spMkLst>
            <pc:docMk/>
            <pc:sldMk cId="3298026946" sldId="259"/>
            <ac:spMk id="17" creationId="{41CD795F-DB9A-EA2B-C174-0331999A9BB3}"/>
          </ac:spMkLst>
        </pc:spChg>
        <pc:spChg chg="mod">
          <ac:chgData name="Silvia Cristofaro" userId="161529cd7ad5fb6f" providerId="LiveId" clId="{CDD77BB7-3E16-5B52-B8BB-55562C73730B}" dt="2026-09-24T12:38:38.363" v="206" actId="113"/>
          <ac:spMkLst>
            <pc:docMk/>
            <pc:sldMk cId="3298026946" sldId="259"/>
            <ac:spMk id="18" creationId="{E8B1E864-9062-0226-CF4D-F089B31589D2}"/>
          </ac:spMkLst>
        </pc:spChg>
        <pc:spChg chg="mod">
          <ac:chgData name="Silvia Cristofaro" userId="161529cd7ad5fb6f" providerId="LiveId" clId="{CDD77BB7-3E16-5B52-B8BB-55562C73730B}" dt="2026-09-24T12:54:55.214" v="359" actId="1076"/>
          <ac:spMkLst>
            <pc:docMk/>
            <pc:sldMk cId="3298026946" sldId="259"/>
            <ac:spMk id="19" creationId="{A38AB2E9-FDE6-9B7C-2EF3-5FA37D3B2872}"/>
          </ac:spMkLst>
        </pc:spChg>
        <pc:spChg chg="add mod">
          <ac:chgData name="Silvia Cristofaro" userId="161529cd7ad5fb6f" providerId="LiveId" clId="{CDD77BB7-3E16-5B52-B8BB-55562C73730B}" dt="2026-09-24T12:40:44.121" v="264" actId="20577"/>
          <ac:spMkLst>
            <pc:docMk/>
            <pc:sldMk cId="3298026946" sldId="259"/>
            <ac:spMk id="23" creationId="{0E81CDDC-CAE2-09CC-D955-A02DB6858B36}"/>
          </ac:spMkLst>
        </pc:spChg>
        <pc:grpChg chg="add mod">
          <ac:chgData name="Silvia Cristofaro" userId="161529cd7ad5fb6f" providerId="LiveId" clId="{CDD77BB7-3E16-5B52-B8BB-55562C73730B}" dt="2026-09-24T12:38:34.587" v="205" actId="1076"/>
          <ac:grpSpMkLst>
            <pc:docMk/>
            <pc:sldMk cId="3298026946" sldId="259"/>
            <ac:grpSpMk id="14" creationId="{5E496BDD-EE09-FBC6-3C8E-52619FEE5C10}"/>
          </ac:grpSpMkLst>
        </pc:grpChg>
        <pc:grpChg chg="add mod">
          <ac:chgData name="Silvia Cristofaro" userId="161529cd7ad5fb6f" providerId="LiveId" clId="{CDD77BB7-3E16-5B52-B8BB-55562C73730B}" dt="2026-09-24T12:38:38.363" v="206" actId="113"/>
          <ac:grpSpMkLst>
            <pc:docMk/>
            <pc:sldMk cId="3298026946" sldId="259"/>
            <ac:grpSpMk id="16" creationId="{716CE2B1-CA23-9211-0B4D-F4D1CDFBEC4C}"/>
          </ac:grpSpMkLst>
        </pc:grpChg>
        <pc:picChg chg="add mod">
          <ac:chgData name="Silvia Cristofaro" userId="161529cd7ad5fb6f" providerId="LiveId" clId="{CDD77BB7-3E16-5B52-B8BB-55562C73730B}" dt="2026-09-24T12:40:17.905" v="226" actId="1076"/>
          <ac:picMkLst>
            <pc:docMk/>
            <pc:sldMk cId="3298026946" sldId="259"/>
            <ac:picMk id="22" creationId="{8B163AF2-E4B3-F889-E832-41760FD754D2}"/>
          </ac:picMkLst>
        </pc:picChg>
        <pc:cxnChg chg="add mod">
          <ac:chgData name="Silvia Cristofaro" userId="161529cd7ad5fb6f" providerId="LiveId" clId="{CDD77BB7-3E16-5B52-B8BB-55562C73730B}" dt="2026-09-24T12:57:37.782" v="403" actId="1035"/>
          <ac:cxnSpMkLst>
            <pc:docMk/>
            <pc:sldMk cId="3298026946" sldId="259"/>
            <ac:cxnSpMk id="7" creationId="{B24CD65B-DAFE-D499-1987-7A5C359CB27A}"/>
          </ac:cxnSpMkLst>
        </pc:cxnChg>
      </pc:sldChg>
      <pc:sldChg chg="addSp delSp modSp add mod">
        <pc:chgData name="Silvia Cristofaro" userId="161529cd7ad5fb6f" providerId="LiveId" clId="{CDD77BB7-3E16-5B52-B8BB-55562C73730B}" dt="2026-09-24T20:56:00.955" v="1200" actId="207"/>
        <pc:sldMkLst>
          <pc:docMk/>
          <pc:sldMk cId="811746162" sldId="260"/>
        </pc:sldMkLst>
        <pc:spChg chg="mod">
          <ac:chgData name="Silvia Cristofaro" userId="161529cd7ad5fb6f" providerId="LiveId" clId="{CDD77BB7-3E16-5B52-B8BB-55562C73730B}" dt="2026-09-24T14:12:17.598" v="771" actId="122"/>
          <ac:spMkLst>
            <pc:docMk/>
            <pc:sldMk cId="811746162" sldId="260"/>
            <ac:spMk id="2" creationId="{143ED94E-6381-307A-D651-2DD4FFD8D61C}"/>
          </ac:spMkLst>
        </pc:spChg>
        <pc:spChg chg="add mod">
          <ac:chgData name="Silvia Cristofaro" userId="161529cd7ad5fb6f" providerId="LiveId" clId="{CDD77BB7-3E16-5B52-B8BB-55562C73730B}" dt="2026-09-24T20:55:09.106" v="1171" actId="1076"/>
          <ac:spMkLst>
            <pc:docMk/>
            <pc:sldMk cId="811746162" sldId="260"/>
            <ac:spMk id="3" creationId="{BD137E1B-CB3B-2E88-6698-EEC1DC30D117}"/>
          </ac:spMkLst>
        </pc:spChg>
        <pc:spChg chg="del">
          <ac:chgData name="Silvia Cristofaro" userId="161529cd7ad5fb6f" providerId="LiveId" clId="{CDD77BB7-3E16-5B52-B8BB-55562C73730B}" dt="2026-09-24T12:38:47.725" v="207" actId="478"/>
          <ac:spMkLst>
            <pc:docMk/>
            <pc:sldMk cId="811746162" sldId="260"/>
            <ac:spMk id="4" creationId="{64EE6738-533D-4683-77D0-01995C8B27A1}"/>
          </ac:spMkLst>
        </pc:spChg>
        <pc:spChg chg="del">
          <ac:chgData name="Silvia Cristofaro" userId="161529cd7ad5fb6f" providerId="LiveId" clId="{CDD77BB7-3E16-5B52-B8BB-55562C73730B}" dt="2026-09-24T12:38:52.316" v="209" actId="478"/>
          <ac:spMkLst>
            <pc:docMk/>
            <pc:sldMk cId="811746162" sldId="260"/>
            <ac:spMk id="5" creationId="{832240A1-03E2-3382-ED15-453E6209B484}"/>
          </ac:spMkLst>
        </pc:spChg>
        <pc:spChg chg="del">
          <ac:chgData name="Silvia Cristofaro" userId="161529cd7ad5fb6f" providerId="LiveId" clId="{CDD77BB7-3E16-5B52-B8BB-55562C73730B}" dt="2026-09-24T12:38:50.501" v="208" actId="478"/>
          <ac:spMkLst>
            <pc:docMk/>
            <pc:sldMk cId="811746162" sldId="260"/>
            <ac:spMk id="6" creationId="{C125A07E-8BD9-E892-B56A-8A699E6D8F37}"/>
          </ac:spMkLst>
        </pc:spChg>
        <pc:spChg chg="mod">
          <ac:chgData name="Silvia Cristofaro" userId="161529cd7ad5fb6f" providerId="LiveId" clId="{CDD77BB7-3E16-5B52-B8BB-55562C73730B}" dt="2026-09-24T13:00:34.459" v="427" actId="20577"/>
          <ac:spMkLst>
            <pc:docMk/>
            <pc:sldMk cId="811746162" sldId="260"/>
            <ac:spMk id="9" creationId="{37E2F3FB-D113-9B9A-A551-E8DB9795AE0F}"/>
          </ac:spMkLst>
        </pc:spChg>
        <pc:spChg chg="mod">
          <ac:chgData name="Silvia Cristofaro" userId="161529cd7ad5fb6f" providerId="LiveId" clId="{CDD77BB7-3E16-5B52-B8BB-55562C73730B}" dt="2026-09-24T13:00:34.459" v="427" actId="20577"/>
          <ac:spMkLst>
            <pc:docMk/>
            <pc:sldMk cId="811746162" sldId="260"/>
            <ac:spMk id="10" creationId="{0C45CDA0-3B08-2D70-FC7B-32D034190527}"/>
          </ac:spMkLst>
        </pc:spChg>
        <pc:spChg chg="mod">
          <ac:chgData name="Silvia Cristofaro" userId="161529cd7ad5fb6f" providerId="LiveId" clId="{CDD77BB7-3E16-5B52-B8BB-55562C73730B}" dt="2026-09-24T12:48:41.044" v="272" actId="113"/>
          <ac:spMkLst>
            <pc:docMk/>
            <pc:sldMk cId="811746162" sldId="260"/>
            <ac:spMk id="11" creationId="{2FE44A69-A121-F593-EA73-2B63CC25722A}"/>
          </ac:spMkLst>
        </pc:spChg>
        <pc:spChg chg="mod">
          <ac:chgData name="Silvia Cristofaro" userId="161529cd7ad5fb6f" providerId="LiveId" clId="{CDD77BB7-3E16-5B52-B8BB-55562C73730B}" dt="2026-09-24T13:00:34.459" v="427" actId="20577"/>
          <ac:spMkLst>
            <pc:docMk/>
            <pc:sldMk cId="811746162" sldId="260"/>
            <ac:spMk id="12" creationId="{32A33EE2-5A78-7234-26DD-B1748C9B5A9E}"/>
          </ac:spMkLst>
        </pc:spChg>
        <pc:spChg chg="mod">
          <ac:chgData name="Silvia Cristofaro" userId="161529cd7ad5fb6f" providerId="LiveId" clId="{CDD77BB7-3E16-5B52-B8BB-55562C73730B}" dt="2026-09-24T12:48:41.044" v="272" actId="113"/>
          <ac:spMkLst>
            <pc:docMk/>
            <pc:sldMk cId="811746162" sldId="260"/>
            <ac:spMk id="13" creationId="{56AD8DCE-5CEF-FB44-27BC-D8BAF9F72080}"/>
          </ac:spMkLst>
        </pc:spChg>
        <pc:spChg chg="del mod">
          <ac:chgData name="Silvia Cristofaro" userId="161529cd7ad5fb6f" providerId="LiveId" clId="{CDD77BB7-3E16-5B52-B8BB-55562C73730B}" dt="2026-09-24T12:55:33.164" v="363" actId="478"/>
          <ac:spMkLst>
            <pc:docMk/>
            <pc:sldMk cId="811746162" sldId="260"/>
            <ac:spMk id="15" creationId="{387E61D5-8B74-EE23-704C-34F5A3650697}"/>
          </ac:spMkLst>
        </pc:spChg>
        <pc:spChg chg="add del mod">
          <ac:chgData name="Silvia Cristofaro" userId="161529cd7ad5fb6f" providerId="LiveId" clId="{CDD77BB7-3E16-5B52-B8BB-55562C73730B}" dt="2026-09-24T13:04:31.320" v="486" actId="478"/>
          <ac:spMkLst>
            <pc:docMk/>
            <pc:sldMk cId="811746162" sldId="260"/>
            <ac:spMk id="17" creationId="{D18AD08E-0572-EF87-492E-345AAF7448A9}"/>
          </ac:spMkLst>
        </pc:spChg>
        <pc:spChg chg="add mod">
          <ac:chgData name="Silvia Cristofaro" userId="161529cd7ad5fb6f" providerId="LiveId" clId="{CDD77BB7-3E16-5B52-B8BB-55562C73730B}" dt="2026-09-24T20:55:09.106" v="1171" actId="1076"/>
          <ac:spMkLst>
            <pc:docMk/>
            <pc:sldMk cId="811746162" sldId="260"/>
            <ac:spMk id="18" creationId="{E32C86C7-7B73-8DE2-7021-BBE9D56FEA38}"/>
          </ac:spMkLst>
        </pc:spChg>
        <pc:spChg chg="mod">
          <ac:chgData name="Silvia Cristofaro" userId="161529cd7ad5fb6f" providerId="LiveId" clId="{CDD77BB7-3E16-5B52-B8BB-55562C73730B}" dt="2026-09-24T13:00:52.991" v="430"/>
          <ac:spMkLst>
            <pc:docMk/>
            <pc:sldMk cId="811746162" sldId="260"/>
            <ac:spMk id="20" creationId="{E8A7A6D8-1586-94DF-FBBD-8C759C9C65E9}"/>
          </ac:spMkLst>
        </pc:spChg>
        <pc:spChg chg="mod">
          <ac:chgData name="Silvia Cristofaro" userId="161529cd7ad5fb6f" providerId="LiveId" clId="{CDD77BB7-3E16-5B52-B8BB-55562C73730B}" dt="2026-09-24T13:00:52.991" v="430"/>
          <ac:spMkLst>
            <pc:docMk/>
            <pc:sldMk cId="811746162" sldId="260"/>
            <ac:spMk id="21" creationId="{7A041BE2-F592-0E4C-C9FA-B0899BD8EF97}"/>
          </ac:spMkLst>
        </pc:spChg>
        <pc:spChg chg="mod">
          <ac:chgData name="Silvia Cristofaro" userId="161529cd7ad5fb6f" providerId="LiveId" clId="{CDD77BB7-3E16-5B52-B8BB-55562C73730B}" dt="2026-09-24T13:01:29.679" v="454" actId="20577"/>
          <ac:spMkLst>
            <pc:docMk/>
            <pc:sldMk cId="811746162" sldId="260"/>
            <ac:spMk id="22" creationId="{57401F0B-87CF-A181-C5A0-CDD3B60A45C8}"/>
          </ac:spMkLst>
        </pc:spChg>
        <pc:spChg chg="add mod">
          <ac:chgData name="Silvia Cristofaro" userId="161529cd7ad5fb6f" providerId="LiveId" clId="{CDD77BB7-3E16-5B52-B8BB-55562C73730B}" dt="2026-09-24T20:56:00.955" v="1200" actId="207"/>
          <ac:spMkLst>
            <pc:docMk/>
            <pc:sldMk cId="811746162" sldId="260"/>
            <ac:spMk id="23" creationId="{77F7566E-53EA-9444-113A-F049B8D6B776}"/>
          </ac:spMkLst>
        </pc:spChg>
        <pc:spChg chg="add mod">
          <ac:chgData name="Silvia Cristofaro" userId="161529cd7ad5fb6f" providerId="LiveId" clId="{CDD77BB7-3E16-5B52-B8BB-55562C73730B}" dt="2026-09-24T20:55:41.577" v="1184" actId="1036"/>
          <ac:spMkLst>
            <pc:docMk/>
            <pc:sldMk cId="811746162" sldId="260"/>
            <ac:spMk id="26" creationId="{44C37F0F-A129-630C-610C-F5FE19747D6A}"/>
          </ac:spMkLst>
        </pc:spChg>
        <pc:spChg chg="add mod">
          <ac:chgData name="Silvia Cristofaro" userId="161529cd7ad5fb6f" providerId="LiveId" clId="{CDD77BB7-3E16-5B52-B8BB-55562C73730B}" dt="2026-09-24T20:55:51.223" v="1198" actId="1038"/>
          <ac:spMkLst>
            <pc:docMk/>
            <pc:sldMk cId="811746162" sldId="260"/>
            <ac:spMk id="27" creationId="{F0D47438-2174-4E37-4320-7A7787C5EC1F}"/>
          </ac:spMkLst>
        </pc:spChg>
        <pc:spChg chg="add mod">
          <ac:chgData name="Silvia Cristofaro" userId="161529cd7ad5fb6f" providerId="LiveId" clId="{CDD77BB7-3E16-5B52-B8BB-55562C73730B}" dt="2026-09-24T13:05:57.667" v="495" actId="1076"/>
          <ac:spMkLst>
            <pc:docMk/>
            <pc:sldMk cId="811746162" sldId="260"/>
            <ac:spMk id="29" creationId="{A345FAC9-BAAB-A3ED-ABD4-29BF4E443C2E}"/>
          </ac:spMkLst>
        </pc:spChg>
        <pc:spChg chg="add mod">
          <ac:chgData name="Silvia Cristofaro" userId="161529cd7ad5fb6f" providerId="LiveId" clId="{CDD77BB7-3E16-5B52-B8BB-55562C73730B}" dt="2026-09-24T20:55:09.106" v="1171" actId="1076"/>
          <ac:spMkLst>
            <pc:docMk/>
            <pc:sldMk cId="811746162" sldId="260"/>
            <ac:spMk id="32" creationId="{0D9A6807-E8AC-BB80-8664-473DD8D41293}"/>
          </ac:spMkLst>
        </pc:spChg>
        <pc:grpChg chg="add mod">
          <ac:chgData name="Silvia Cristofaro" userId="161529cd7ad5fb6f" providerId="LiveId" clId="{CDD77BB7-3E16-5B52-B8BB-55562C73730B}" dt="2026-09-24T20:55:09.106" v="1171" actId="1076"/>
          <ac:grpSpMkLst>
            <pc:docMk/>
            <pc:sldMk cId="811746162" sldId="260"/>
            <ac:grpSpMk id="8" creationId="{11CB9839-58C3-D73A-906F-975A658DBE2A}"/>
          </ac:grpSpMkLst>
        </pc:grpChg>
        <pc:grpChg chg="del mod">
          <ac:chgData name="Silvia Cristofaro" userId="161529cd7ad5fb6f" providerId="LiveId" clId="{CDD77BB7-3E16-5B52-B8BB-55562C73730B}" dt="2026-09-24T13:01:31.697" v="455" actId="478"/>
          <ac:grpSpMkLst>
            <pc:docMk/>
            <pc:sldMk cId="811746162" sldId="260"/>
            <ac:grpSpMk id="14" creationId="{47EDF71B-1453-6B47-BF7F-8C367F537DB6}"/>
          </ac:grpSpMkLst>
        </pc:grpChg>
        <pc:grpChg chg="add mod">
          <ac:chgData name="Silvia Cristofaro" userId="161529cd7ad5fb6f" providerId="LiveId" clId="{CDD77BB7-3E16-5B52-B8BB-55562C73730B}" dt="2026-09-24T20:55:09.106" v="1171" actId="1076"/>
          <ac:grpSpMkLst>
            <pc:docMk/>
            <pc:sldMk cId="811746162" sldId="260"/>
            <ac:grpSpMk id="19" creationId="{518C8040-519F-417E-D3E0-DBD160C5683E}"/>
          </ac:grpSpMkLst>
        </pc:grpChg>
        <pc:grpChg chg="add mod">
          <ac:chgData name="Silvia Cristofaro" userId="161529cd7ad5fb6f" providerId="LiveId" clId="{CDD77BB7-3E16-5B52-B8BB-55562C73730B}" dt="2026-09-24T13:04:19.082" v="484" actId="164"/>
          <ac:grpSpMkLst>
            <pc:docMk/>
            <pc:sldMk cId="811746162" sldId="260"/>
            <ac:grpSpMk id="28" creationId="{C4481340-A2C9-C8C4-FC6A-CB46D002D0EC}"/>
          </ac:grpSpMkLst>
        </pc:grpChg>
        <pc:grpChg chg="add mod">
          <ac:chgData name="Silvia Cristofaro" userId="161529cd7ad5fb6f" providerId="LiveId" clId="{CDD77BB7-3E16-5B52-B8BB-55562C73730B}" dt="2026-09-24T20:55:09.106" v="1171" actId="1076"/>
          <ac:grpSpMkLst>
            <pc:docMk/>
            <pc:sldMk cId="811746162" sldId="260"/>
            <ac:grpSpMk id="30" creationId="{C0EFF760-D2B0-8904-5CCB-BF4A4D5F10AA}"/>
          </ac:grpSpMkLst>
        </pc:grpChg>
        <pc:picChg chg="add del mod">
          <ac:chgData name="Silvia Cristofaro" userId="161529cd7ad5fb6f" providerId="LiveId" clId="{CDD77BB7-3E16-5B52-B8BB-55562C73730B}" dt="2026-09-24T13:04:29.490" v="485" actId="478"/>
          <ac:picMkLst>
            <pc:docMk/>
            <pc:sldMk cId="811746162" sldId="260"/>
            <ac:picMk id="16" creationId="{BCF47A8F-6BF2-9589-B2F9-F26115A2D4F4}"/>
          </ac:picMkLst>
        </pc:picChg>
        <pc:picChg chg="add mod">
          <ac:chgData name="Silvia Cristofaro" userId="161529cd7ad5fb6f" providerId="LiveId" clId="{CDD77BB7-3E16-5B52-B8BB-55562C73730B}" dt="2026-09-24T20:55:09.106" v="1171" actId="1076"/>
          <ac:picMkLst>
            <pc:docMk/>
            <pc:sldMk cId="811746162" sldId="260"/>
            <ac:picMk id="31" creationId="{54128ACD-C921-6E3E-5C2F-359AAD1D0582}"/>
          </ac:picMkLst>
        </pc:picChg>
        <pc:cxnChg chg="del">
          <ac:chgData name="Silvia Cristofaro" userId="161529cd7ad5fb6f" providerId="LiveId" clId="{CDD77BB7-3E16-5B52-B8BB-55562C73730B}" dt="2026-09-24T12:37:38.993" v="194" actId="478"/>
          <ac:cxnSpMkLst>
            <pc:docMk/>
            <pc:sldMk cId="811746162" sldId="260"/>
            <ac:cxnSpMk id="7" creationId="{BF8E2DF0-9D40-35DC-A303-064DD2FC0C3D}"/>
          </ac:cxnSpMkLst>
        </pc:cxnChg>
        <pc:cxnChg chg="add mod">
          <ac:chgData name="Silvia Cristofaro" userId="161529cd7ad5fb6f" providerId="LiveId" clId="{CDD77BB7-3E16-5B52-B8BB-55562C73730B}" dt="2026-09-24T13:05:51.169" v="494" actId="14100"/>
          <ac:cxnSpMkLst>
            <pc:docMk/>
            <pc:sldMk cId="811746162" sldId="260"/>
            <ac:cxnSpMk id="25" creationId="{E929DD14-24CA-50AE-32F9-0CB338EF41FA}"/>
          </ac:cxnSpMkLst>
        </pc:cxnChg>
      </pc:sldChg>
      <pc:sldChg chg="addSp delSp modSp new mod">
        <pc:chgData name="Silvia Cristofaro" userId="161529cd7ad5fb6f" providerId="LiveId" clId="{CDD77BB7-3E16-5B52-B8BB-55562C73730B}" dt="2026-09-24T21:00:44.482" v="1238"/>
        <pc:sldMkLst>
          <pc:docMk/>
          <pc:sldMk cId="1021137141" sldId="261"/>
        </pc:sldMkLst>
        <pc:spChg chg="mod">
          <ac:chgData name="Silvia Cristofaro" userId="161529cd7ad5fb6f" providerId="LiveId" clId="{CDD77BB7-3E16-5B52-B8BB-55562C73730B}" dt="2026-09-24T21:00:44.482" v="1238"/>
          <ac:spMkLst>
            <pc:docMk/>
            <pc:sldMk cId="1021137141" sldId="261"/>
            <ac:spMk id="2" creationId="{D27BF8F3-087C-87DC-04E8-57C34FA5A281}"/>
          </ac:spMkLst>
        </pc:spChg>
        <pc:spChg chg="del">
          <ac:chgData name="Silvia Cristofaro" userId="161529cd7ad5fb6f" providerId="LiveId" clId="{CDD77BB7-3E16-5B52-B8BB-55562C73730B}" dt="2026-09-24T12:51:36.844" v="341" actId="478"/>
          <ac:spMkLst>
            <pc:docMk/>
            <pc:sldMk cId="1021137141" sldId="261"/>
            <ac:spMk id="3" creationId="{625C6F01-DC6F-84C4-0699-076104FC3AE8}"/>
          </ac:spMkLst>
        </pc:spChg>
        <pc:spChg chg="add del mod">
          <ac:chgData name="Silvia Cristofaro" userId="161529cd7ad5fb6f" providerId="LiveId" clId="{CDD77BB7-3E16-5B52-B8BB-55562C73730B}" dt="2026-09-24T12:52:02.358" v="351"/>
          <ac:spMkLst>
            <pc:docMk/>
            <pc:sldMk cId="1021137141" sldId="261"/>
            <ac:spMk id="4" creationId="{57164B4D-120A-44C3-9FBE-76A3169C290F}"/>
          </ac:spMkLst>
        </pc:spChg>
        <pc:spChg chg="add del mod">
          <ac:chgData name="Silvia Cristofaro" userId="161529cd7ad5fb6f" providerId="LiveId" clId="{CDD77BB7-3E16-5B52-B8BB-55562C73730B}" dt="2026-09-24T12:52:21.139" v="354" actId="478"/>
          <ac:spMkLst>
            <pc:docMk/>
            <pc:sldMk cId="1021137141" sldId="261"/>
            <ac:spMk id="5" creationId="{BF8E09CF-6F51-8E45-0414-D0A3E8AF168C}"/>
          </ac:spMkLst>
        </pc:spChg>
        <pc:picChg chg="add mod modCrop">
          <ac:chgData name="Silvia Cristofaro" userId="161529cd7ad5fb6f" providerId="LiveId" clId="{CDD77BB7-3E16-5B52-B8BB-55562C73730B}" dt="2026-09-24T20:59:55.543" v="1237" actId="1076"/>
          <ac:picMkLst>
            <pc:docMk/>
            <pc:sldMk cId="1021137141" sldId="261"/>
            <ac:picMk id="4" creationId="{E2C3CB0E-6155-D109-6566-B7CFEEF5A432}"/>
          </ac:picMkLst>
        </pc:picChg>
        <pc:picChg chg="add del mod">
          <ac:chgData name="Silvia Cristofaro" userId="161529cd7ad5fb6f" providerId="LiveId" clId="{CDD77BB7-3E16-5B52-B8BB-55562C73730B}" dt="2026-09-24T20:59:38.914" v="1232" actId="478"/>
          <ac:picMkLst>
            <pc:docMk/>
            <pc:sldMk cId="1021137141" sldId="261"/>
            <ac:picMk id="6" creationId="{BE244149-2D81-C6C4-350B-2C64B285B579}"/>
          </ac:picMkLst>
        </pc:picChg>
      </pc:sldChg>
      <pc:sldChg chg="addSp delSp modSp new mod">
        <pc:chgData name="Silvia Cristofaro" userId="161529cd7ad5fb6f" providerId="LiveId" clId="{CDD77BB7-3E16-5B52-B8BB-55562C73730B}" dt="2026-09-24T21:05:21.309" v="1248" actId="1036"/>
        <pc:sldMkLst>
          <pc:docMk/>
          <pc:sldMk cId="3115051334" sldId="262"/>
        </pc:sldMkLst>
        <pc:spChg chg="mod">
          <ac:chgData name="Silvia Cristofaro" userId="161529cd7ad5fb6f" providerId="LiveId" clId="{CDD77BB7-3E16-5B52-B8BB-55562C73730B}" dt="2026-09-24T20:57:39.663" v="1215" actId="20577"/>
          <ac:spMkLst>
            <pc:docMk/>
            <pc:sldMk cId="3115051334" sldId="262"/>
            <ac:spMk id="2" creationId="{9290BA8F-1C12-BE73-CC41-8919DBDB8823}"/>
          </ac:spMkLst>
        </pc:spChg>
        <pc:spChg chg="add mod">
          <ac:chgData name="Silvia Cristofaro" userId="161529cd7ad5fb6f" providerId="LiveId" clId="{CDD77BB7-3E16-5B52-B8BB-55562C73730B}" dt="2026-09-24T21:05:21.309" v="1248" actId="1036"/>
          <ac:spMkLst>
            <pc:docMk/>
            <pc:sldMk cId="3115051334" sldId="262"/>
            <ac:spMk id="3" creationId="{55F3411E-A0A3-5685-9AA8-7A49978C104A}"/>
          </ac:spMkLst>
        </pc:spChg>
        <pc:spChg chg="del">
          <ac:chgData name="Silvia Cristofaro" userId="161529cd7ad5fb6f" providerId="LiveId" clId="{CDD77BB7-3E16-5B52-B8BB-55562C73730B}" dt="2026-09-24T12:55:57.636" v="399" actId="478"/>
          <ac:spMkLst>
            <pc:docMk/>
            <pc:sldMk cId="3115051334" sldId="262"/>
            <ac:spMk id="3" creationId="{688F4843-E3FD-FBF3-EB4D-6A7D7B9FA9D1}"/>
          </ac:spMkLst>
        </pc:spChg>
        <pc:picChg chg="add mod">
          <ac:chgData name="Silvia Cristofaro" userId="161529cd7ad5fb6f" providerId="LiveId" clId="{CDD77BB7-3E16-5B52-B8BB-55562C73730B}" dt="2026-09-24T20:57:44.638" v="1216" actId="1076"/>
          <ac:picMkLst>
            <pc:docMk/>
            <pc:sldMk cId="3115051334" sldId="262"/>
            <ac:picMk id="4" creationId="{F7766ABA-EB3B-6907-8104-3042427C63A0}"/>
          </ac:picMkLst>
        </pc:picChg>
        <pc:picChg chg="add mod">
          <ac:chgData name="Silvia Cristofaro" userId="161529cd7ad5fb6f" providerId="LiveId" clId="{CDD77BB7-3E16-5B52-B8BB-55562C73730B}" dt="2026-09-24T20:57:44.638" v="1216" actId="1076"/>
          <ac:picMkLst>
            <pc:docMk/>
            <pc:sldMk cId="3115051334" sldId="262"/>
            <ac:picMk id="5" creationId="{2707E859-80EE-EF49-8EA6-9C31671C693D}"/>
          </ac:picMkLst>
        </pc:picChg>
      </pc:sldChg>
      <pc:sldChg chg="addSp delSp modSp add mod">
        <pc:chgData name="Silvia Cristofaro" userId="161529cd7ad5fb6f" providerId="LiveId" clId="{CDD77BB7-3E16-5B52-B8BB-55562C73730B}" dt="2026-09-24T21:06:21.593" v="1259" actId="20577"/>
        <pc:sldMkLst>
          <pc:docMk/>
          <pc:sldMk cId="1371463623" sldId="263"/>
        </pc:sldMkLst>
        <pc:spChg chg="mod">
          <ac:chgData name="Silvia Cristofaro" userId="161529cd7ad5fb6f" providerId="LiveId" clId="{CDD77BB7-3E16-5B52-B8BB-55562C73730B}" dt="2026-09-24T21:06:21.593" v="1259" actId="20577"/>
          <ac:spMkLst>
            <pc:docMk/>
            <pc:sldMk cId="1371463623" sldId="263"/>
            <ac:spMk id="2" creationId="{659B6090-E40F-6ED4-E391-8D702BBBE6D9}"/>
          </ac:spMkLst>
        </pc:spChg>
        <pc:spChg chg="add del mod">
          <ac:chgData name="Silvia Cristofaro" userId="161529cd7ad5fb6f" providerId="LiveId" clId="{CDD77BB7-3E16-5B52-B8BB-55562C73730B}" dt="2026-09-24T13:26:59.769" v="569" actId="478"/>
          <ac:spMkLst>
            <pc:docMk/>
            <pc:sldMk cId="1371463623" sldId="263"/>
            <ac:spMk id="6" creationId="{CADDC62D-5E4B-F6D7-785A-4DF9B90AEE95}"/>
          </ac:spMkLst>
        </pc:spChg>
        <pc:spChg chg="add mod">
          <ac:chgData name="Silvia Cristofaro" userId="161529cd7ad5fb6f" providerId="LiveId" clId="{CDD77BB7-3E16-5B52-B8BB-55562C73730B}" dt="2026-09-24T13:49:46.861" v="614" actId="1076"/>
          <ac:spMkLst>
            <pc:docMk/>
            <pc:sldMk cId="1371463623" sldId="263"/>
            <ac:spMk id="10" creationId="{C2E53A64-9DD1-3AE6-359B-46840567C101}"/>
          </ac:spMkLst>
        </pc:spChg>
        <pc:picChg chg="add del mod">
          <ac:chgData name="Silvia Cristofaro" userId="161529cd7ad5fb6f" providerId="LiveId" clId="{CDD77BB7-3E16-5B52-B8BB-55562C73730B}" dt="2026-09-24T13:29:06.791" v="588" actId="478"/>
          <ac:picMkLst>
            <pc:docMk/>
            <pc:sldMk cId="1371463623" sldId="263"/>
            <ac:picMk id="3" creationId="{5EB8C63B-497B-8644-307C-1D2702700A2A}"/>
          </ac:picMkLst>
        </pc:picChg>
        <pc:picChg chg="del">
          <ac:chgData name="Silvia Cristofaro" userId="161529cd7ad5fb6f" providerId="LiveId" clId="{CDD77BB7-3E16-5B52-B8BB-55562C73730B}" dt="2026-09-24T13:07:31.406" v="538" actId="478"/>
          <ac:picMkLst>
            <pc:docMk/>
            <pc:sldMk cId="1371463623" sldId="263"/>
            <ac:picMk id="4" creationId="{EF7E1261-5862-C13E-B41A-6C25DEEC095A}"/>
          </ac:picMkLst>
        </pc:picChg>
        <pc:picChg chg="del">
          <ac:chgData name="Silvia Cristofaro" userId="161529cd7ad5fb6f" providerId="LiveId" clId="{CDD77BB7-3E16-5B52-B8BB-55562C73730B}" dt="2026-09-24T13:07:32.315" v="539" actId="478"/>
          <ac:picMkLst>
            <pc:docMk/>
            <pc:sldMk cId="1371463623" sldId="263"/>
            <ac:picMk id="5" creationId="{15B449AC-1969-DE1E-771E-2D27DC4B4D53}"/>
          </ac:picMkLst>
        </pc:picChg>
        <pc:picChg chg="add mod">
          <ac:chgData name="Silvia Cristofaro" userId="161529cd7ad5fb6f" providerId="LiveId" clId="{CDD77BB7-3E16-5B52-B8BB-55562C73730B}" dt="2026-09-24T13:49:27.812" v="599" actId="1076"/>
          <ac:picMkLst>
            <pc:docMk/>
            <pc:sldMk cId="1371463623" sldId="263"/>
            <ac:picMk id="7" creationId="{831DE07C-9A5C-8CC0-D4D0-8AB7EF1A010A}"/>
          </ac:picMkLst>
        </pc:picChg>
        <pc:picChg chg="add mod">
          <ac:chgData name="Silvia Cristofaro" userId="161529cd7ad5fb6f" providerId="LiveId" clId="{CDD77BB7-3E16-5B52-B8BB-55562C73730B}" dt="2026-09-24T13:49:31.566" v="600" actId="14100"/>
          <ac:picMkLst>
            <pc:docMk/>
            <pc:sldMk cId="1371463623" sldId="263"/>
            <ac:picMk id="9" creationId="{56E16A5C-B189-58D0-0CA7-A4A8693D4576}"/>
          </ac:picMkLst>
        </pc:picChg>
      </pc:sldChg>
      <pc:sldChg chg="addSp delSp modSp add mod">
        <pc:chgData name="Silvia Cristofaro" userId="161529cd7ad5fb6f" providerId="LiveId" clId="{CDD77BB7-3E16-5B52-B8BB-55562C73730B}" dt="2026-09-24T21:06:36.867" v="1266" actId="20577"/>
        <pc:sldMkLst>
          <pc:docMk/>
          <pc:sldMk cId="4078402445" sldId="264"/>
        </pc:sldMkLst>
        <pc:spChg chg="mod">
          <ac:chgData name="Silvia Cristofaro" userId="161529cd7ad5fb6f" providerId="LiveId" clId="{CDD77BB7-3E16-5B52-B8BB-55562C73730B}" dt="2026-09-24T21:06:36.867" v="1266" actId="20577"/>
          <ac:spMkLst>
            <pc:docMk/>
            <pc:sldMk cId="4078402445" sldId="264"/>
            <ac:spMk id="2" creationId="{E52D22DB-B502-B72A-0AB5-D049D269771B}"/>
          </ac:spMkLst>
        </pc:spChg>
        <pc:spChg chg="add mod">
          <ac:chgData name="Silvia Cristofaro" userId="161529cd7ad5fb6f" providerId="LiveId" clId="{CDD77BB7-3E16-5B52-B8BB-55562C73730B}" dt="2026-09-24T21:06:32.667" v="1261"/>
          <ac:spMkLst>
            <pc:docMk/>
            <pc:sldMk cId="4078402445" sldId="264"/>
            <ac:spMk id="4" creationId="{9C2FC5E9-E2A4-C8A1-930F-6EE2FF5F6A57}"/>
          </ac:spMkLst>
        </pc:spChg>
        <pc:spChg chg="mod">
          <ac:chgData name="Silvia Cristofaro" userId="161529cd7ad5fb6f" providerId="LiveId" clId="{CDD77BB7-3E16-5B52-B8BB-55562C73730B}" dt="2026-09-24T13:50:37.398" v="628" actId="1076"/>
          <ac:spMkLst>
            <pc:docMk/>
            <pc:sldMk cId="4078402445" sldId="264"/>
            <ac:spMk id="10" creationId="{0ABB3C79-0202-1B38-DCF8-2B5F9611E2C7}"/>
          </ac:spMkLst>
        </pc:spChg>
        <pc:picChg chg="add mod">
          <ac:chgData name="Silvia Cristofaro" userId="161529cd7ad5fb6f" providerId="LiveId" clId="{CDD77BB7-3E16-5B52-B8BB-55562C73730B}" dt="2026-09-24T13:50:25.931" v="620" actId="1076"/>
          <ac:picMkLst>
            <pc:docMk/>
            <pc:sldMk cId="4078402445" sldId="264"/>
            <ac:picMk id="3" creationId="{A4D6A82A-FEA5-E0F7-F9EB-2610C3F2E956}"/>
          </ac:picMkLst>
        </pc:picChg>
        <pc:picChg chg="del">
          <ac:chgData name="Silvia Cristofaro" userId="161529cd7ad5fb6f" providerId="LiveId" clId="{CDD77BB7-3E16-5B52-B8BB-55562C73730B}" dt="2026-09-24T13:49:59.302" v="616" actId="478"/>
          <ac:picMkLst>
            <pc:docMk/>
            <pc:sldMk cId="4078402445" sldId="264"/>
            <ac:picMk id="9" creationId="{2448971F-7820-414A-049A-B526A4F61886}"/>
          </ac:picMkLst>
        </pc:picChg>
      </pc:sldChg>
      <pc:sldChg chg="addSp delSp modSp add mod">
        <pc:chgData name="Silvia Cristofaro" userId="161529cd7ad5fb6f" providerId="LiveId" clId="{CDD77BB7-3E16-5B52-B8BB-55562C73730B}" dt="2026-09-24T21:06:43.332" v="1273" actId="20577"/>
        <pc:sldMkLst>
          <pc:docMk/>
          <pc:sldMk cId="3612554748" sldId="265"/>
        </pc:sldMkLst>
        <pc:spChg chg="mod">
          <ac:chgData name="Silvia Cristofaro" userId="161529cd7ad5fb6f" providerId="LiveId" clId="{CDD77BB7-3E16-5B52-B8BB-55562C73730B}" dt="2026-09-24T21:06:43.332" v="1273" actId="20577"/>
          <ac:spMkLst>
            <pc:docMk/>
            <pc:sldMk cId="3612554748" sldId="265"/>
            <ac:spMk id="2" creationId="{4BD41EB9-47EF-1858-D673-2F5782A309BE}"/>
          </ac:spMkLst>
        </pc:spChg>
        <pc:spChg chg="mod">
          <ac:chgData name="Silvia Cristofaro" userId="161529cd7ad5fb6f" providerId="LiveId" clId="{CDD77BB7-3E16-5B52-B8BB-55562C73730B}" dt="2026-09-24T13:51:13.049" v="648" actId="1038"/>
          <ac:spMkLst>
            <pc:docMk/>
            <pc:sldMk cId="3612554748" sldId="265"/>
            <ac:spMk id="10" creationId="{00265874-B126-6E59-DE61-1964328D005E}"/>
          </ac:spMkLst>
        </pc:spChg>
        <pc:picChg chg="del">
          <ac:chgData name="Silvia Cristofaro" userId="161529cd7ad5fb6f" providerId="LiveId" clId="{CDD77BB7-3E16-5B52-B8BB-55562C73730B}" dt="2026-09-24T13:50:44.868" v="630" actId="478"/>
          <ac:picMkLst>
            <pc:docMk/>
            <pc:sldMk cId="3612554748" sldId="265"/>
            <ac:picMk id="3" creationId="{4844DE0B-B22C-A603-739A-FC11113E7B31}"/>
          </ac:picMkLst>
        </pc:picChg>
        <pc:picChg chg="add mod">
          <ac:chgData name="Silvia Cristofaro" userId="161529cd7ad5fb6f" providerId="LiveId" clId="{CDD77BB7-3E16-5B52-B8BB-55562C73730B}" dt="2026-09-24T13:53:02.297" v="690" actId="1037"/>
          <ac:picMkLst>
            <pc:docMk/>
            <pc:sldMk cId="3612554748" sldId="265"/>
            <ac:picMk id="5" creationId="{4742202B-127C-E6C0-B5C5-F1138361BDA2}"/>
          </ac:picMkLst>
        </pc:picChg>
      </pc:sldChg>
      <pc:sldChg chg="addSp delSp modSp add mod">
        <pc:chgData name="Silvia Cristofaro" userId="161529cd7ad5fb6f" providerId="LiveId" clId="{CDD77BB7-3E16-5B52-B8BB-55562C73730B}" dt="2026-09-24T21:06:48.394" v="1278" actId="20577"/>
        <pc:sldMkLst>
          <pc:docMk/>
          <pc:sldMk cId="4082995994" sldId="266"/>
        </pc:sldMkLst>
        <pc:spChg chg="mod">
          <ac:chgData name="Silvia Cristofaro" userId="161529cd7ad5fb6f" providerId="LiveId" clId="{CDD77BB7-3E16-5B52-B8BB-55562C73730B}" dt="2026-09-24T21:06:48.394" v="1278" actId="20577"/>
          <ac:spMkLst>
            <pc:docMk/>
            <pc:sldMk cId="4082995994" sldId="266"/>
            <ac:spMk id="2" creationId="{AC49C324-9B03-391E-1376-57A5D5FA708C}"/>
          </ac:spMkLst>
        </pc:spChg>
        <pc:spChg chg="add del mod">
          <ac:chgData name="Silvia Cristofaro" userId="161529cd7ad5fb6f" providerId="LiveId" clId="{CDD77BB7-3E16-5B52-B8BB-55562C73730B}" dt="2026-09-24T13:52:06.711" v="670" actId="478"/>
          <ac:spMkLst>
            <pc:docMk/>
            <pc:sldMk cId="4082995994" sldId="266"/>
            <ac:spMk id="3" creationId="{0744E694-9C99-0E88-1390-CD1AF309DCE8}"/>
          </ac:spMkLst>
        </pc:spChg>
        <pc:spChg chg="add mod">
          <ac:chgData name="Silvia Cristofaro" userId="161529cd7ad5fb6f" providerId="LiveId" clId="{CDD77BB7-3E16-5B52-B8BB-55562C73730B}" dt="2026-09-24T13:52:24.852" v="680" actId="20577"/>
          <ac:spMkLst>
            <pc:docMk/>
            <pc:sldMk cId="4082995994" sldId="266"/>
            <ac:spMk id="6" creationId="{B8200C41-D2A3-A612-B1A7-4AAA9D231ECF}"/>
          </ac:spMkLst>
        </pc:spChg>
        <pc:spChg chg="del mod">
          <ac:chgData name="Silvia Cristofaro" userId="161529cd7ad5fb6f" providerId="LiveId" clId="{CDD77BB7-3E16-5B52-B8BB-55562C73730B}" dt="2026-09-24T13:51:21.439" v="653"/>
          <ac:spMkLst>
            <pc:docMk/>
            <pc:sldMk cId="4082995994" sldId="266"/>
            <ac:spMk id="10" creationId="{79997524-624C-E5DD-98CD-71F57931038E}"/>
          </ac:spMkLst>
        </pc:spChg>
        <pc:picChg chg="add mod">
          <ac:chgData name="Silvia Cristofaro" userId="161529cd7ad5fb6f" providerId="LiveId" clId="{CDD77BB7-3E16-5B52-B8BB-55562C73730B}" dt="2026-09-24T13:52:53.648" v="686" actId="1037"/>
          <ac:picMkLst>
            <pc:docMk/>
            <pc:sldMk cId="4082995994" sldId="266"/>
            <ac:picMk id="4" creationId="{C192FE8C-A74B-11EB-1AE7-BFC43BEC7031}"/>
          </ac:picMkLst>
        </pc:picChg>
        <pc:picChg chg="del">
          <ac:chgData name="Silvia Cristofaro" userId="161529cd7ad5fb6f" providerId="LiveId" clId="{CDD77BB7-3E16-5B52-B8BB-55562C73730B}" dt="2026-09-24T13:51:21.435" v="651" actId="478"/>
          <ac:picMkLst>
            <pc:docMk/>
            <pc:sldMk cId="4082995994" sldId="266"/>
            <ac:picMk id="5" creationId="{6479ED51-7330-3ED7-C57E-B006B64079F0}"/>
          </ac:picMkLst>
        </pc:picChg>
      </pc:sldChg>
      <pc:sldChg chg="addSp delSp modSp new mod">
        <pc:chgData name="Silvia Cristofaro" userId="161529cd7ad5fb6f" providerId="LiveId" clId="{CDD77BB7-3E16-5B52-B8BB-55562C73730B}" dt="2026-09-24T20:53:14.718" v="1156"/>
        <pc:sldMkLst>
          <pc:docMk/>
          <pc:sldMk cId="3480769513" sldId="267"/>
        </pc:sldMkLst>
        <pc:spChg chg="mod">
          <ac:chgData name="Silvia Cristofaro" userId="161529cd7ad5fb6f" providerId="LiveId" clId="{CDD77BB7-3E16-5B52-B8BB-55562C73730B}" dt="2026-09-24T20:53:14.718" v="1156"/>
          <ac:spMkLst>
            <pc:docMk/>
            <pc:sldMk cId="3480769513" sldId="267"/>
            <ac:spMk id="2" creationId="{B26095D7-D109-150C-B8ED-BFE136EF9823}"/>
          </ac:spMkLst>
        </pc:spChg>
        <pc:spChg chg="del">
          <ac:chgData name="Silvia Cristofaro" userId="161529cd7ad5fb6f" providerId="LiveId" clId="{CDD77BB7-3E16-5B52-B8BB-55562C73730B}" dt="2026-09-24T14:03:09.737" v="692" actId="478"/>
          <ac:spMkLst>
            <pc:docMk/>
            <pc:sldMk cId="3480769513" sldId="267"/>
            <ac:spMk id="3" creationId="{8A108101-DF6C-BE32-8E8A-37808BAC298E}"/>
          </ac:spMkLst>
        </pc:spChg>
        <pc:picChg chg="add mod">
          <ac:chgData name="Silvia Cristofaro" userId="161529cd7ad5fb6f" providerId="LiveId" clId="{CDD77BB7-3E16-5B52-B8BB-55562C73730B}" dt="2026-09-24T14:06:12.358" v="730" actId="1076"/>
          <ac:picMkLst>
            <pc:docMk/>
            <pc:sldMk cId="3480769513" sldId="267"/>
            <ac:picMk id="4" creationId="{5DE3380F-ED53-DF46-40AA-E9EA86BDF92F}"/>
          </ac:picMkLst>
        </pc:picChg>
        <pc:picChg chg="add mod">
          <ac:chgData name="Silvia Cristofaro" userId="161529cd7ad5fb6f" providerId="LiveId" clId="{CDD77BB7-3E16-5B52-B8BB-55562C73730B}" dt="2026-09-24T14:06:15.826" v="731" actId="14100"/>
          <ac:picMkLst>
            <pc:docMk/>
            <pc:sldMk cId="3480769513" sldId="267"/>
            <ac:picMk id="6" creationId="{A4C59069-4A8A-ABE1-3634-FDF31EE69CC4}"/>
          </ac:picMkLst>
        </pc:picChg>
      </pc:sldChg>
      <pc:sldChg chg="addSp delSp modSp add mod">
        <pc:chgData name="Silvia Cristofaro" userId="161529cd7ad5fb6f" providerId="LiveId" clId="{CDD77BB7-3E16-5B52-B8BB-55562C73730B}" dt="2026-09-24T21:06:53.882" v="1283" actId="20577"/>
        <pc:sldMkLst>
          <pc:docMk/>
          <pc:sldMk cId="1665015651" sldId="268"/>
        </pc:sldMkLst>
        <pc:spChg chg="mod">
          <ac:chgData name="Silvia Cristofaro" userId="161529cd7ad5fb6f" providerId="LiveId" clId="{CDD77BB7-3E16-5B52-B8BB-55562C73730B}" dt="2026-09-24T21:06:53.882" v="1283" actId="20577"/>
          <ac:spMkLst>
            <pc:docMk/>
            <pc:sldMk cId="1665015651" sldId="268"/>
            <ac:spMk id="2" creationId="{E2DA9E41-9534-8E0C-F7D2-BBB3695A4641}"/>
          </ac:spMkLst>
        </pc:spChg>
        <pc:spChg chg="mod">
          <ac:chgData name="Silvia Cristofaro" userId="161529cd7ad5fb6f" providerId="LiveId" clId="{CDD77BB7-3E16-5B52-B8BB-55562C73730B}" dt="2026-09-24T14:06:50.905" v="737" actId="20577"/>
          <ac:spMkLst>
            <pc:docMk/>
            <pc:sldMk cId="1665015651" sldId="268"/>
            <ac:spMk id="6" creationId="{2DA323BA-0105-667A-69C3-FC1ACBE86901}"/>
          </ac:spMkLst>
        </pc:spChg>
        <pc:picChg chg="del">
          <ac:chgData name="Silvia Cristofaro" userId="161529cd7ad5fb6f" providerId="LiveId" clId="{CDD77BB7-3E16-5B52-B8BB-55562C73730B}" dt="2026-09-24T14:06:52.688" v="738" actId="478"/>
          <ac:picMkLst>
            <pc:docMk/>
            <pc:sldMk cId="1665015651" sldId="268"/>
            <ac:picMk id="4" creationId="{1A619C9A-9EF1-2FBE-28AE-5206BC526B52}"/>
          </ac:picMkLst>
        </pc:picChg>
        <pc:picChg chg="add mod">
          <ac:chgData name="Silvia Cristofaro" userId="161529cd7ad5fb6f" providerId="LiveId" clId="{CDD77BB7-3E16-5B52-B8BB-55562C73730B}" dt="2026-09-24T19:19:33.840" v="786" actId="1035"/>
          <ac:picMkLst>
            <pc:docMk/>
            <pc:sldMk cId="1665015651" sldId="268"/>
            <ac:picMk id="4" creationId="{3C0D62F8-2396-2661-C290-2437A6DAF3B0}"/>
          </ac:picMkLst>
        </pc:picChg>
      </pc:sldChg>
      <pc:sldChg chg="addSp delSp modSp new mod">
        <pc:chgData name="Silvia Cristofaro" userId="161529cd7ad5fb6f" providerId="LiveId" clId="{CDD77BB7-3E16-5B52-B8BB-55562C73730B}" dt="2026-09-24T21:07:33.682" v="1285" actId="20577"/>
        <pc:sldMkLst>
          <pc:docMk/>
          <pc:sldMk cId="692934584" sldId="269"/>
        </pc:sldMkLst>
        <pc:spChg chg="mod">
          <ac:chgData name="Silvia Cristofaro" userId="161529cd7ad5fb6f" providerId="LiveId" clId="{CDD77BB7-3E16-5B52-B8BB-55562C73730B}" dt="2026-09-24T20:52:00.666" v="1153"/>
          <ac:spMkLst>
            <pc:docMk/>
            <pc:sldMk cId="692934584" sldId="269"/>
            <ac:spMk id="2" creationId="{D263592F-D949-DCF3-3745-E10796B383B3}"/>
          </ac:spMkLst>
        </pc:spChg>
        <pc:spChg chg="del">
          <ac:chgData name="Silvia Cristofaro" userId="161529cd7ad5fb6f" providerId="LiveId" clId="{CDD77BB7-3E16-5B52-B8BB-55562C73730B}" dt="2026-09-24T19:51:31.875" v="788" actId="478"/>
          <ac:spMkLst>
            <pc:docMk/>
            <pc:sldMk cId="692934584" sldId="269"/>
            <ac:spMk id="3" creationId="{135FC6F9-588F-5650-902C-77A4F285520B}"/>
          </ac:spMkLst>
        </pc:spChg>
        <pc:spChg chg="add mod">
          <ac:chgData name="Silvia Cristofaro" userId="161529cd7ad5fb6f" providerId="LiveId" clId="{CDD77BB7-3E16-5B52-B8BB-55562C73730B}" dt="2026-09-24T21:07:33.682" v="1285" actId="20577"/>
          <ac:spMkLst>
            <pc:docMk/>
            <pc:sldMk cId="692934584" sldId="269"/>
            <ac:spMk id="10" creationId="{B8BB893B-039A-6D48-0142-D83A737BA716}"/>
          </ac:spMkLst>
        </pc:spChg>
        <pc:picChg chg="add del mod">
          <ac:chgData name="Silvia Cristofaro" userId="161529cd7ad5fb6f" providerId="LiveId" clId="{CDD77BB7-3E16-5B52-B8BB-55562C73730B}" dt="2026-09-24T19:51:35.984" v="791" actId="478"/>
          <ac:picMkLst>
            <pc:docMk/>
            <pc:sldMk cId="692934584" sldId="269"/>
            <ac:picMk id="5" creationId="{A28FF0C5-91AD-47B4-6D59-C92EA2FD6CAA}"/>
          </ac:picMkLst>
        </pc:picChg>
        <pc:picChg chg="add del mod">
          <ac:chgData name="Silvia Cristofaro" userId="161529cd7ad5fb6f" providerId="LiveId" clId="{CDD77BB7-3E16-5B52-B8BB-55562C73730B}" dt="2026-09-24T20:06:31.370" v="840" actId="478"/>
          <ac:picMkLst>
            <pc:docMk/>
            <pc:sldMk cId="692934584" sldId="269"/>
            <ac:picMk id="6" creationId="{ABBC1B66-3ECE-3EDC-EAA1-6EB064F389B4}"/>
          </ac:picMkLst>
        </pc:picChg>
        <pc:picChg chg="add mod">
          <ac:chgData name="Silvia Cristofaro" userId="161529cd7ad5fb6f" providerId="LiveId" clId="{CDD77BB7-3E16-5B52-B8BB-55562C73730B}" dt="2026-09-24T20:28:23.313" v="889" actId="1076"/>
          <ac:picMkLst>
            <pc:docMk/>
            <pc:sldMk cId="692934584" sldId="269"/>
            <ac:picMk id="7" creationId="{037F693D-9666-4A60-2B94-70198309DD17}"/>
          </ac:picMkLst>
        </pc:picChg>
        <pc:picChg chg="add mod">
          <ac:chgData name="Silvia Cristofaro" userId="161529cd7ad5fb6f" providerId="LiveId" clId="{CDD77BB7-3E16-5B52-B8BB-55562C73730B}" dt="2026-09-24T20:28:37.870" v="895" actId="1036"/>
          <ac:picMkLst>
            <pc:docMk/>
            <pc:sldMk cId="692934584" sldId="269"/>
            <ac:picMk id="9" creationId="{561286E7-4C4F-2AFC-1408-B26CAC724C70}"/>
          </ac:picMkLst>
        </pc:picChg>
      </pc:sldChg>
      <pc:sldChg chg="addSp delSp modSp add mod">
        <pc:chgData name="Silvia Cristofaro" userId="161529cd7ad5fb6f" providerId="LiveId" clId="{CDD77BB7-3E16-5B52-B8BB-55562C73730B}" dt="2026-09-25T06:53:40.261" v="1357" actId="1076"/>
        <pc:sldMkLst>
          <pc:docMk/>
          <pc:sldMk cId="902453127" sldId="270"/>
        </pc:sldMkLst>
        <pc:spChg chg="mod">
          <ac:chgData name="Silvia Cristofaro" userId="161529cd7ad5fb6f" providerId="LiveId" clId="{CDD77BB7-3E16-5B52-B8BB-55562C73730B}" dt="2026-09-24T20:52:05.682" v="1154"/>
          <ac:spMkLst>
            <pc:docMk/>
            <pc:sldMk cId="902453127" sldId="270"/>
            <ac:spMk id="2" creationId="{54888305-05AF-1343-4471-E5B6F6811E1D}"/>
          </ac:spMkLst>
        </pc:spChg>
        <pc:spChg chg="add mod">
          <ac:chgData name="Silvia Cristofaro" userId="161529cd7ad5fb6f" providerId="LiveId" clId="{CDD77BB7-3E16-5B52-B8BB-55562C73730B}" dt="2026-09-24T20:37:23.612" v="1077" actId="14100"/>
          <ac:spMkLst>
            <pc:docMk/>
            <pc:sldMk cId="902453127" sldId="270"/>
            <ac:spMk id="3" creationId="{4C5A513E-7667-8F49-41C6-862594425DA2}"/>
          </ac:spMkLst>
        </pc:spChg>
        <pc:spChg chg="mod">
          <ac:chgData name="Silvia Cristofaro" userId="161529cd7ad5fb6f" providerId="LiveId" clId="{CDD77BB7-3E16-5B52-B8BB-55562C73730B}" dt="2026-09-25T06:53:40.261" v="1357" actId="1076"/>
          <ac:spMkLst>
            <pc:docMk/>
            <pc:sldMk cId="902453127" sldId="270"/>
            <ac:spMk id="10" creationId="{237D3ACA-681C-A80B-EBF3-39AF0579A4D4}"/>
          </ac:spMkLst>
        </pc:spChg>
        <pc:picChg chg="add mod">
          <ac:chgData name="Silvia Cristofaro" userId="161529cd7ad5fb6f" providerId="LiveId" clId="{CDD77BB7-3E16-5B52-B8BB-55562C73730B}" dt="2026-09-24T20:37:06.026" v="1074" actId="1076"/>
          <ac:picMkLst>
            <pc:docMk/>
            <pc:sldMk cId="902453127" sldId="270"/>
            <ac:picMk id="5" creationId="{8E3CA287-393C-9223-86E6-A2C658B7BA7B}"/>
          </ac:picMkLst>
        </pc:picChg>
        <pc:picChg chg="del">
          <ac:chgData name="Silvia Cristofaro" userId="161529cd7ad5fb6f" providerId="LiveId" clId="{CDD77BB7-3E16-5B52-B8BB-55562C73730B}" dt="2026-09-24T20:29:50.492" v="944" actId="478"/>
          <ac:picMkLst>
            <pc:docMk/>
            <pc:sldMk cId="902453127" sldId="270"/>
            <ac:picMk id="7" creationId="{12F0F753-75F0-5838-2207-B04C3B356674}"/>
          </ac:picMkLst>
        </pc:picChg>
        <pc:picChg chg="add mod modCrop">
          <ac:chgData name="Silvia Cristofaro" userId="161529cd7ad5fb6f" providerId="LiveId" clId="{CDD77BB7-3E16-5B52-B8BB-55562C73730B}" dt="2026-09-24T20:38:01.092" v="1086" actId="1076"/>
          <ac:picMkLst>
            <pc:docMk/>
            <pc:sldMk cId="902453127" sldId="270"/>
            <ac:picMk id="8" creationId="{55118FAE-CF91-66E7-BC50-FB85EB048491}"/>
          </ac:picMkLst>
        </pc:picChg>
      </pc:sldChg>
      <pc:sldChg chg="addSp delSp modSp new mod">
        <pc:chgData name="Silvia Cristofaro" userId="161529cd7ad5fb6f" providerId="LiveId" clId="{CDD77BB7-3E16-5B52-B8BB-55562C73730B}" dt="2026-09-24T20:52:20.086" v="1155" actId="313"/>
        <pc:sldMkLst>
          <pc:docMk/>
          <pc:sldMk cId="2676915267" sldId="271"/>
        </pc:sldMkLst>
        <pc:spChg chg="mod">
          <ac:chgData name="Silvia Cristofaro" userId="161529cd7ad5fb6f" providerId="LiveId" clId="{CDD77BB7-3E16-5B52-B8BB-55562C73730B}" dt="2026-09-24T20:52:20.086" v="1155" actId="313"/>
          <ac:spMkLst>
            <pc:docMk/>
            <pc:sldMk cId="2676915267" sldId="271"/>
            <ac:spMk id="2" creationId="{8BA4720F-0975-3005-8442-2B752C612284}"/>
          </ac:spMkLst>
        </pc:spChg>
        <pc:spChg chg="del">
          <ac:chgData name="Silvia Cristofaro" userId="161529cd7ad5fb6f" providerId="LiveId" clId="{CDD77BB7-3E16-5B52-B8BB-55562C73730B}" dt="2026-09-24T20:34:23.880" v="1063" actId="478"/>
          <ac:spMkLst>
            <pc:docMk/>
            <pc:sldMk cId="2676915267" sldId="271"/>
            <ac:spMk id="3" creationId="{FE9D3536-73C8-09B0-9969-17F622D4A07C}"/>
          </ac:spMkLst>
        </pc:spChg>
        <pc:spChg chg="add mod">
          <ac:chgData name="Silvia Cristofaro" userId="161529cd7ad5fb6f" providerId="LiveId" clId="{CDD77BB7-3E16-5B52-B8BB-55562C73730B}" dt="2026-09-24T20:48:34.066" v="1124" actId="1076"/>
          <ac:spMkLst>
            <pc:docMk/>
            <pc:sldMk cId="2676915267" sldId="271"/>
            <ac:spMk id="5" creationId="{D1DE25F8-86EA-CA33-EB59-E02AC3372191}"/>
          </ac:spMkLst>
        </pc:spChg>
        <pc:picChg chg="add mod">
          <ac:chgData name="Silvia Cristofaro" userId="161529cd7ad5fb6f" providerId="LiveId" clId="{CDD77BB7-3E16-5B52-B8BB-55562C73730B}" dt="2026-09-24T20:48:12.383" v="1116" actId="1076"/>
          <ac:picMkLst>
            <pc:docMk/>
            <pc:sldMk cId="2676915267" sldId="271"/>
            <ac:picMk id="6" creationId="{71733DCB-CD4E-4413-FCB6-4A70B390F017}"/>
          </ac:picMkLst>
        </pc:picChg>
      </pc:sldChg>
      <pc:sldChg chg="add del">
        <pc:chgData name="Silvia Cristofaro" userId="161529cd7ad5fb6f" providerId="LiveId" clId="{CDD77BB7-3E16-5B52-B8BB-55562C73730B}" dt="2026-09-24T20:48:37.154" v="1125" actId="2696"/>
        <pc:sldMkLst>
          <pc:docMk/>
          <pc:sldMk cId="1139239085" sldId="272"/>
        </pc:sldMkLst>
      </pc:sldChg>
      <pc:sldChg chg="modSp add mod">
        <pc:chgData name="Silvia Cristofaro" userId="161529cd7ad5fb6f" providerId="LiveId" clId="{CDD77BB7-3E16-5B52-B8BB-55562C73730B}" dt="2026-09-25T06:47:59.739" v="1288" actId="113"/>
        <pc:sldMkLst>
          <pc:docMk/>
          <pc:sldMk cId="3698815725" sldId="272"/>
        </pc:sldMkLst>
        <pc:spChg chg="mod">
          <ac:chgData name="Silvia Cristofaro" userId="161529cd7ad5fb6f" providerId="LiveId" clId="{CDD77BB7-3E16-5B52-B8BB-55562C73730B}" dt="2026-09-25T06:47:59.739" v="1288" actId="113"/>
          <ac:spMkLst>
            <pc:docMk/>
            <pc:sldMk cId="3698815725" sldId="272"/>
            <ac:spMk id="5" creationId="{6FB1D693-B99F-61E4-3A05-9A9C32B55BCC}"/>
          </ac:spMkLst>
        </pc:spChg>
      </pc:sldChg>
      <pc:sldChg chg="modSp add del mod">
        <pc:chgData name="Silvia Cristofaro" userId="161529cd7ad5fb6f" providerId="LiveId" clId="{CDD77BB7-3E16-5B52-B8BB-55562C73730B}" dt="2026-09-24T20:50:21.194" v="1128" actId="2696"/>
        <pc:sldMkLst>
          <pc:docMk/>
          <pc:sldMk cId="4244282056" sldId="272"/>
        </pc:sldMkLst>
        <pc:spChg chg="mod">
          <ac:chgData name="Silvia Cristofaro" userId="161529cd7ad5fb6f" providerId="LiveId" clId="{CDD77BB7-3E16-5B52-B8BB-55562C73730B}" dt="2026-09-24T20:48:45.662" v="1127" actId="113"/>
          <ac:spMkLst>
            <pc:docMk/>
            <pc:sldMk cId="4244282056" sldId="272"/>
            <ac:spMk id="5" creationId="{13FFE4B3-2EF1-8EF1-326E-2795B906D055}"/>
          </ac:spMkLst>
        </pc:spChg>
      </pc:sldChg>
      <pc:sldChg chg="addSp delSp modSp new mod">
        <pc:chgData name="Silvia Cristofaro" userId="161529cd7ad5fb6f" providerId="LiveId" clId="{CDD77BB7-3E16-5B52-B8BB-55562C73730B}" dt="2026-09-25T06:53:42.824" v="1358"/>
        <pc:sldMkLst>
          <pc:docMk/>
          <pc:sldMk cId="2803507541" sldId="273"/>
        </pc:sldMkLst>
        <pc:spChg chg="mod">
          <ac:chgData name="Silvia Cristofaro" userId="161529cd7ad5fb6f" providerId="LiveId" clId="{CDD77BB7-3E16-5B52-B8BB-55562C73730B}" dt="2026-09-25T06:48:30.117" v="1334" actId="122"/>
          <ac:spMkLst>
            <pc:docMk/>
            <pc:sldMk cId="2803507541" sldId="273"/>
            <ac:spMk id="2" creationId="{70D0C615-D222-FB63-CC50-40F70369647E}"/>
          </ac:spMkLst>
        </pc:spChg>
        <pc:spChg chg="del">
          <ac:chgData name="Silvia Cristofaro" userId="161529cd7ad5fb6f" providerId="LiveId" clId="{CDD77BB7-3E16-5B52-B8BB-55562C73730B}" dt="2026-09-25T06:48:04.614" v="1290" actId="478"/>
          <ac:spMkLst>
            <pc:docMk/>
            <pc:sldMk cId="2803507541" sldId="273"/>
            <ac:spMk id="3" creationId="{77A1923B-B820-3495-6446-254C4BAA9E58}"/>
          </ac:spMkLst>
        </pc:spChg>
        <pc:spChg chg="add mod">
          <ac:chgData name="Silvia Cristofaro" userId="161529cd7ad5fb6f" providerId="LiveId" clId="{CDD77BB7-3E16-5B52-B8BB-55562C73730B}" dt="2026-09-25T06:48:17.721" v="1303" actId="767"/>
          <ac:spMkLst>
            <pc:docMk/>
            <pc:sldMk cId="2803507541" sldId="273"/>
            <ac:spMk id="4" creationId="{C6495E7B-CA25-1891-E4F7-123B988E3707}"/>
          </ac:spMkLst>
        </pc:spChg>
        <pc:spChg chg="add mod">
          <ac:chgData name="Silvia Cristofaro" userId="161529cd7ad5fb6f" providerId="LiveId" clId="{CDD77BB7-3E16-5B52-B8BB-55562C73730B}" dt="2026-09-25T06:53:42.824" v="1358"/>
          <ac:spMkLst>
            <pc:docMk/>
            <pc:sldMk cId="2803507541" sldId="273"/>
            <ac:spMk id="8" creationId="{B7E76F3B-3446-3C37-B995-A25431AC5150}"/>
          </ac:spMkLst>
        </pc:spChg>
        <pc:picChg chg="add mod">
          <ac:chgData name="Silvia Cristofaro" userId="161529cd7ad5fb6f" providerId="LiveId" clId="{CDD77BB7-3E16-5B52-B8BB-55562C73730B}" dt="2026-09-25T06:53:21.996" v="1342" actId="14100"/>
          <ac:picMkLst>
            <pc:docMk/>
            <pc:sldMk cId="2803507541" sldId="273"/>
            <ac:picMk id="6" creationId="{F8698A92-4CC4-6024-DE1C-095FA47D6265}"/>
          </ac:picMkLst>
        </pc:picChg>
        <pc:picChg chg="add mod">
          <ac:chgData name="Silvia Cristofaro" userId="161529cd7ad5fb6f" providerId="LiveId" clId="{CDD77BB7-3E16-5B52-B8BB-55562C73730B}" dt="2026-09-25T06:53:25.329" v="1343" actId="1076"/>
          <ac:picMkLst>
            <pc:docMk/>
            <pc:sldMk cId="2803507541" sldId="273"/>
            <ac:picMk id="7" creationId="{5C8AEE28-57FC-0E73-DB24-C5115E9C53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4956C-A017-834B-9913-4BE049A0247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74434-7AF5-5C4B-9E38-78EB26310B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2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74434-7AF5-5C4B-9E38-78EB26310B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8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9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3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5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1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5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7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6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4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283D5B6-214D-164D-99AA-0A892A6D13BA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F24E79-84D1-DE4F-9652-E11A34EAF982}" type="slidenum">
              <a:rPr lang="en-US" smtClean="0"/>
              <a:t>‹N›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1A70EC-E503-60F6-A054-97259946EF7B}"/>
              </a:ext>
            </a:extLst>
          </p:cNvPr>
          <p:cNvSpPr txBox="1"/>
          <p:nvPr/>
        </p:nvSpPr>
        <p:spPr>
          <a:xfrm>
            <a:off x="638620" y="863695"/>
            <a:ext cx="4466780" cy="5384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GROUP 1 Project: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31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1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Isolating the Incoherent and Coherent scattering contributions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8D4EDDC-388E-A2AC-98F0-5BE390CB393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r="33454"/>
          <a:stretch>
            <a:fillRect/>
          </a:stretch>
        </p:blipFill>
        <p:spPr>
          <a:xfrm>
            <a:off x="5797295" y="457200"/>
            <a:ext cx="6077205" cy="609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6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755F96-1591-3D09-5EA9-98F1854F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Instrument: FOCUS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E2FB9B7-0C1F-A57A-0702-E112F4BC6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73" y="4779283"/>
            <a:ext cx="4464050" cy="119619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55AA76C-5C42-BC28-826B-E4F09FA08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034392"/>
            <a:ext cx="7329471" cy="2228879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059E410-B9CF-D0D8-47CB-8F2ACCCFEB73}"/>
              </a:ext>
            </a:extLst>
          </p:cNvPr>
          <p:cNvSpPr/>
          <p:nvPr/>
        </p:nvSpPr>
        <p:spPr>
          <a:xfrm>
            <a:off x="5449078" y="3285371"/>
            <a:ext cx="894690" cy="717462"/>
          </a:xfrm>
          <a:prstGeom prst="roundRect">
            <a:avLst>
              <a:gd name="adj" fmla="val 13683"/>
            </a:avLst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37F6CF7-5723-07A2-5C81-91F9A85AD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93" y="3429000"/>
            <a:ext cx="5170715" cy="331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2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FDF551-543A-F5AB-58E6-5F3B03D0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SAMPLES and Parameters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215CCB48-1933-3771-2849-3F9922930BDE}"/>
              </a:ext>
            </a:extLst>
          </p:cNvPr>
          <p:cNvGrpSpPr/>
          <p:nvPr/>
        </p:nvGrpSpPr>
        <p:grpSpPr>
          <a:xfrm>
            <a:off x="1943065" y="2301871"/>
            <a:ext cx="3533608" cy="2947178"/>
            <a:chOff x="581192" y="2194867"/>
            <a:chExt cx="3533608" cy="2947178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303E2527-EF18-B2A3-0E1E-59200DECA04F}"/>
                </a:ext>
              </a:extLst>
            </p:cNvPr>
            <p:cNvSpPr/>
            <p:nvPr/>
          </p:nvSpPr>
          <p:spPr>
            <a:xfrm>
              <a:off x="581192" y="2425700"/>
              <a:ext cx="3533608" cy="2716345"/>
            </a:xfrm>
            <a:prstGeom prst="roundRect">
              <a:avLst/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38444B7-7CB5-D87B-A92A-D3BD6F21E3F3}"/>
                </a:ext>
              </a:extLst>
            </p:cNvPr>
            <p:cNvSpPr txBox="1"/>
            <p:nvPr/>
          </p:nvSpPr>
          <p:spPr>
            <a:xfrm>
              <a:off x="1104900" y="2194867"/>
              <a:ext cx="17075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5 Samples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134E333-D600-22B6-05A7-FCC8A8F016EE}"/>
                  </a:ext>
                </a:extLst>
              </p:cNvPr>
              <p:cNvSpPr txBox="1"/>
              <p:nvPr/>
            </p:nvSpPr>
            <p:spPr>
              <a:xfrm>
                <a:off x="2148098" y="2897240"/>
                <a:ext cx="2633734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-Hydroquinone;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Liquid water;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Copper;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Cuprite;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Sodalite.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D134E333-D600-22B6-05A7-FCC8A8F01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098" y="2897240"/>
                <a:ext cx="2633734" cy="2308324"/>
              </a:xfrm>
              <a:prstGeom prst="rect">
                <a:avLst/>
              </a:prstGeom>
              <a:blipFill>
                <a:blip r:embed="rId2"/>
                <a:stretch>
                  <a:fillRect l="-2871" t="-2198" r="-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56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C525-2439-8F28-637F-5A101761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DC1291-9342-2384-D31C-859D4C9C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SAMPLES and Parameters</a:t>
            </a:r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B24CD65B-DAFE-D499-1987-7A5C359CB27A}"/>
              </a:ext>
            </a:extLst>
          </p:cNvPr>
          <p:cNvCxnSpPr>
            <a:cxnSpLocks/>
          </p:cNvCxnSpPr>
          <p:nvPr/>
        </p:nvCxnSpPr>
        <p:spPr>
          <a:xfrm>
            <a:off x="4944889" y="3164764"/>
            <a:ext cx="1678570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E496BDD-EE09-FBC6-3C8E-52619FEE5C10}"/>
              </a:ext>
            </a:extLst>
          </p:cNvPr>
          <p:cNvGrpSpPr/>
          <p:nvPr/>
        </p:nvGrpSpPr>
        <p:grpSpPr>
          <a:xfrm>
            <a:off x="6808026" y="2406546"/>
            <a:ext cx="3731368" cy="2044907"/>
            <a:chOff x="6096000" y="2337539"/>
            <a:chExt cx="3330102" cy="1641074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7766E24F-D78A-A637-1869-007AEA7342A6}"/>
                </a:ext>
              </a:extLst>
            </p:cNvPr>
            <p:cNvSpPr/>
            <p:nvPr/>
          </p:nvSpPr>
          <p:spPr>
            <a:xfrm>
              <a:off x="6096000" y="2568373"/>
              <a:ext cx="3330102" cy="1410240"/>
            </a:xfrm>
            <a:prstGeom prst="roundRect">
              <a:avLst/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BBED44BF-BD4D-84FE-6C12-BBFB2F74818D}"/>
                </a:ext>
              </a:extLst>
            </p:cNvPr>
            <p:cNvSpPr txBox="1"/>
            <p:nvPr/>
          </p:nvSpPr>
          <p:spPr>
            <a:xfrm>
              <a:off x="6619708" y="2337539"/>
              <a:ext cx="186461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Parameters</a:t>
              </a: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B27AB519-E7B5-BD14-C29F-439D4F65B660}"/>
                </a:ext>
              </a:extLst>
            </p:cNvPr>
            <p:cNvSpPr txBox="1"/>
            <p:nvPr/>
          </p:nvSpPr>
          <p:spPr>
            <a:xfrm>
              <a:off x="6352548" y="2791850"/>
              <a:ext cx="2995420" cy="963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Temperature</a:t>
              </a:r>
              <a:br>
                <a:rPr lang="en-US" sz="2400" dirty="0"/>
              </a:br>
              <a:r>
                <a:rPr lang="en-US" sz="2400" dirty="0"/>
                <a:t>range = 100 to 300 K</a:t>
              </a:r>
              <a:br>
                <a:rPr lang="en-US" sz="2400" dirty="0"/>
              </a:br>
              <a:r>
                <a:rPr lang="en-US" sz="2400" dirty="0"/>
                <a:t>step size of = 10 K</a:t>
              </a:r>
            </a:p>
          </p:txBody>
        </p: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716CE2B1-CA23-9211-0B4D-F4D1CDFBEC4C}"/>
              </a:ext>
            </a:extLst>
          </p:cNvPr>
          <p:cNvGrpSpPr/>
          <p:nvPr/>
        </p:nvGrpSpPr>
        <p:grpSpPr>
          <a:xfrm>
            <a:off x="1943065" y="2301871"/>
            <a:ext cx="3533608" cy="2947178"/>
            <a:chOff x="581192" y="2194867"/>
            <a:chExt cx="3533608" cy="2947178"/>
          </a:xfrm>
        </p:grpSpPr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41CD795F-DB9A-EA2B-C174-0331999A9BB3}"/>
                </a:ext>
              </a:extLst>
            </p:cNvPr>
            <p:cNvSpPr/>
            <p:nvPr/>
          </p:nvSpPr>
          <p:spPr>
            <a:xfrm>
              <a:off x="581192" y="2425700"/>
              <a:ext cx="3533608" cy="2716345"/>
            </a:xfrm>
            <a:prstGeom prst="roundRect">
              <a:avLst/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E8B1E864-9062-0226-CF4D-F089B31589D2}"/>
                </a:ext>
              </a:extLst>
            </p:cNvPr>
            <p:cNvSpPr txBox="1"/>
            <p:nvPr/>
          </p:nvSpPr>
          <p:spPr>
            <a:xfrm>
              <a:off x="1104900" y="2194867"/>
              <a:ext cx="17075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5 Samples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A38AB2E9-FDE6-9B7C-2EF3-5FA37D3B2872}"/>
                    </a:ext>
                  </a:extLst>
                </p:cNvPr>
                <p:cNvSpPr txBox="1"/>
                <p:nvPr/>
              </p:nvSpPr>
              <p:spPr>
                <a:xfrm>
                  <a:off x="786225" y="2790236"/>
                  <a:ext cx="2796791" cy="23083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a14:m>
                  <a:r>
                    <a:rPr lang="en-US" sz="2400" b="1" dirty="0"/>
                    <a:t>-Hydroquinone;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Liquid water;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Copper;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Cuprite;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Sodalite.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19" name="CasellaDiTesto 18">
                  <a:extLst>
                    <a:ext uri="{FF2B5EF4-FFF2-40B4-BE49-F238E27FC236}">
                      <a16:creationId xmlns:a16="http://schemas.microsoft.com/office/drawing/2014/main" id="{A38AB2E9-FDE6-9B7C-2EF3-5FA37D3B28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225" y="2790236"/>
                  <a:ext cx="2796791" cy="2308324"/>
                </a:xfrm>
                <a:prstGeom prst="rect">
                  <a:avLst/>
                </a:prstGeom>
                <a:blipFill>
                  <a:blip r:embed="rId2"/>
                  <a:stretch>
                    <a:fillRect l="-2703" t="-2198" r="-22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Immagine 21">
            <a:extLst>
              <a:ext uri="{FF2B5EF4-FFF2-40B4-BE49-F238E27FC236}">
                <a16:creationId xmlns:a16="http://schemas.microsoft.com/office/drawing/2014/main" id="{8B163AF2-E4B3-F889-E832-41760FD7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487" y="4550549"/>
            <a:ext cx="1892300" cy="1397000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E81CDDC-CAE2-09CC-D955-A02DB6858B36}"/>
              </a:ext>
            </a:extLst>
          </p:cNvPr>
          <p:cNvSpPr txBox="1"/>
          <p:nvPr/>
        </p:nvSpPr>
        <p:spPr>
          <a:xfrm>
            <a:off x="8939752" y="5136204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Juliet (CPUs) </a:t>
            </a:r>
          </a:p>
        </p:txBody>
      </p:sp>
    </p:spTree>
    <p:extLst>
      <p:ext uri="{BB962C8B-B14F-4D97-AF65-F5344CB8AC3E}">
        <p14:creationId xmlns:p14="http://schemas.microsoft.com/office/powerpoint/2010/main" val="329802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8CC21-29E0-4FEE-0DE8-D1A71CCE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3ED94E-6381-307A-D651-2DD4FFD8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SAMPLES and Parameters</a:t>
            </a:r>
          </a:p>
        </p:txBody>
      </p:sp>
      <p:sp>
        <p:nvSpPr>
          <p:cNvPr id="3" name="Parentesi graffa chiusa 2">
            <a:extLst>
              <a:ext uri="{FF2B5EF4-FFF2-40B4-BE49-F238E27FC236}">
                <a16:creationId xmlns:a16="http://schemas.microsoft.com/office/drawing/2014/main" id="{BD137E1B-CB3B-2E88-6698-EEC1DC30D117}"/>
              </a:ext>
            </a:extLst>
          </p:cNvPr>
          <p:cNvSpPr/>
          <p:nvPr/>
        </p:nvSpPr>
        <p:spPr>
          <a:xfrm>
            <a:off x="4699286" y="3058499"/>
            <a:ext cx="739302" cy="212536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11CB9839-58C3-D73A-906F-975A658DBE2A}"/>
              </a:ext>
            </a:extLst>
          </p:cNvPr>
          <p:cNvGrpSpPr/>
          <p:nvPr/>
        </p:nvGrpSpPr>
        <p:grpSpPr>
          <a:xfrm>
            <a:off x="878217" y="2510166"/>
            <a:ext cx="3533608" cy="2947178"/>
            <a:chOff x="581192" y="2194867"/>
            <a:chExt cx="3533608" cy="2947178"/>
          </a:xfrm>
        </p:grpSpPr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2FE44A69-A121-F593-EA73-2B63CC25722A}"/>
                </a:ext>
              </a:extLst>
            </p:cNvPr>
            <p:cNvSpPr/>
            <p:nvPr/>
          </p:nvSpPr>
          <p:spPr>
            <a:xfrm>
              <a:off x="581192" y="2425700"/>
              <a:ext cx="3533608" cy="2716345"/>
            </a:xfrm>
            <a:prstGeom prst="roundRect">
              <a:avLst/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56AD8DCE-5CEF-FB44-27BC-D8BAF9F72080}"/>
                </a:ext>
              </a:extLst>
            </p:cNvPr>
            <p:cNvSpPr txBox="1"/>
            <p:nvPr/>
          </p:nvSpPr>
          <p:spPr>
            <a:xfrm>
              <a:off x="1104900" y="2194867"/>
              <a:ext cx="17075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5 Samples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E32C86C7-7B73-8DE2-7021-BBE9D56FEA38}"/>
                  </a:ext>
                </a:extLst>
              </p:cNvPr>
              <p:cNvSpPr txBox="1"/>
              <p:nvPr/>
            </p:nvSpPr>
            <p:spPr>
              <a:xfrm>
                <a:off x="1083250" y="3105535"/>
                <a:ext cx="279679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2400" b="1" dirty="0"/>
                  <a:t>-Hydroquinone;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Liquid water;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Copper;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Cuprite;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Sodalite.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E32C86C7-7B73-8DE2-7021-BBE9D56FE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50" y="3105535"/>
                <a:ext cx="2796791" cy="2308324"/>
              </a:xfrm>
              <a:prstGeom prst="rect">
                <a:avLst/>
              </a:prstGeom>
              <a:blipFill>
                <a:blip r:embed="rId3"/>
                <a:stretch>
                  <a:fillRect l="-3167" t="-2186" r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o 18">
            <a:extLst>
              <a:ext uri="{FF2B5EF4-FFF2-40B4-BE49-F238E27FC236}">
                <a16:creationId xmlns:a16="http://schemas.microsoft.com/office/drawing/2014/main" id="{518C8040-519F-417E-D3E0-DBD160C5683E}"/>
              </a:ext>
            </a:extLst>
          </p:cNvPr>
          <p:cNvGrpSpPr/>
          <p:nvPr/>
        </p:nvGrpSpPr>
        <p:grpSpPr>
          <a:xfrm>
            <a:off x="5743178" y="2614841"/>
            <a:ext cx="3731368" cy="2044907"/>
            <a:chOff x="6096000" y="2337539"/>
            <a:chExt cx="3330102" cy="1641074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E8A7A6D8-1586-94DF-FBBD-8C759C9C65E9}"/>
                </a:ext>
              </a:extLst>
            </p:cNvPr>
            <p:cNvSpPr/>
            <p:nvPr/>
          </p:nvSpPr>
          <p:spPr>
            <a:xfrm>
              <a:off x="6096000" y="2568373"/>
              <a:ext cx="3330102" cy="1410240"/>
            </a:xfrm>
            <a:prstGeom prst="roundRect">
              <a:avLst/>
            </a:pr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7A041BE2-F592-0E4C-C9FA-B0899BD8EF97}"/>
                </a:ext>
              </a:extLst>
            </p:cNvPr>
            <p:cNvSpPr txBox="1"/>
            <p:nvPr/>
          </p:nvSpPr>
          <p:spPr>
            <a:xfrm>
              <a:off x="6619708" y="2337539"/>
              <a:ext cx="186461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Parameters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sellaDiTesto 21">
                  <a:extLst>
                    <a:ext uri="{FF2B5EF4-FFF2-40B4-BE49-F238E27FC236}">
                      <a16:creationId xmlns:a16="http://schemas.microsoft.com/office/drawing/2014/main" id="{57401F0B-87CF-A181-C5A0-CDD3B60A45C8}"/>
                    </a:ext>
                  </a:extLst>
                </p:cNvPr>
                <p:cNvSpPr txBox="1"/>
                <p:nvPr/>
              </p:nvSpPr>
              <p:spPr>
                <a:xfrm>
                  <a:off x="6352548" y="2791850"/>
                  <a:ext cx="2995420" cy="9632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/>
                    <a:t>Angle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𝝑</m:t>
                      </m:r>
                      <m:r>
                        <a:rPr lang="it-IT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</a14:m>
                  <a:br>
                    <a:rPr lang="en-US" sz="2400" dirty="0"/>
                  </a:br>
                  <a:r>
                    <a:rPr lang="en-US" sz="2400" dirty="0"/>
                    <a:t>range = 0 to -30°</a:t>
                  </a:r>
                  <a:br>
                    <a:rPr lang="en-US" sz="2400" dirty="0"/>
                  </a:br>
                  <a:r>
                    <a:rPr lang="en-US" sz="2400" dirty="0"/>
                    <a:t>step size of = 0.33 °</a:t>
                  </a:r>
                </a:p>
              </p:txBody>
            </p:sp>
          </mc:Choice>
          <mc:Fallback xmlns="">
            <p:sp>
              <p:nvSpPr>
                <p:cNvPr id="22" name="CasellaDiTesto 21">
                  <a:extLst>
                    <a:ext uri="{FF2B5EF4-FFF2-40B4-BE49-F238E27FC236}">
                      <a16:creationId xmlns:a16="http://schemas.microsoft.com/office/drawing/2014/main" id="{57401F0B-87CF-A181-C5A0-CDD3B60A45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2548" y="2791850"/>
                  <a:ext cx="2995420" cy="963285"/>
                </a:xfrm>
                <a:prstGeom prst="rect">
                  <a:avLst/>
                </a:prstGeom>
                <a:blipFill>
                  <a:blip r:embed="rId4"/>
                  <a:stretch>
                    <a:fillRect l="-2642" t="-4167"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C0EFF760-D2B0-8904-5CCB-BF4A4D5F10AA}"/>
              </a:ext>
            </a:extLst>
          </p:cNvPr>
          <p:cNvGrpSpPr/>
          <p:nvPr/>
        </p:nvGrpSpPr>
        <p:grpSpPr>
          <a:xfrm>
            <a:off x="9817806" y="3247421"/>
            <a:ext cx="1793002" cy="1133856"/>
            <a:chOff x="226045" y="4681728"/>
            <a:chExt cx="1793002" cy="1133856"/>
          </a:xfrm>
        </p:grpSpPr>
        <p:sp>
          <p:nvSpPr>
            <p:cNvPr id="23" name="Cilindro 22">
              <a:extLst>
                <a:ext uri="{FF2B5EF4-FFF2-40B4-BE49-F238E27FC236}">
                  <a16:creationId xmlns:a16="http://schemas.microsoft.com/office/drawing/2014/main" id="{77F7566E-53EA-9444-113A-F049B8D6B776}"/>
                </a:ext>
              </a:extLst>
            </p:cNvPr>
            <p:cNvSpPr/>
            <p:nvPr/>
          </p:nvSpPr>
          <p:spPr>
            <a:xfrm>
              <a:off x="581192" y="4681728"/>
              <a:ext cx="388072" cy="1133856"/>
            </a:xfrm>
            <a:prstGeom prst="ca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Connettore diritto a freccia 24">
              <a:extLst>
                <a:ext uri="{FF2B5EF4-FFF2-40B4-BE49-F238E27FC236}">
                  <a16:creationId xmlns:a16="http://schemas.microsoft.com/office/drawing/2014/main" id="{E929DD14-24CA-50AE-32F9-0CB338EF41FA}"/>
                </a:ext>
              </a:extLst>
            </p:cNvPr>
            <p:cNvCxnSpPr>
              <a:cxnSpLocks/>
            </p:cNvCxnSpPr>
            <p:nvPr/>
          </p:nvCxnSpPr>
          <p:spPr>
            <a:xfrm>
              <a:off x="226045" y="5277525"/>
              <a:ext cx="1649373" cy="20111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C4481340-A2C9-C8C4-FC6A-CB46D002D0EC}"/>
                </a:ext>
              </a:extLst>
            </p:cNvPr>
            <p:cNvGrpSpPr/>
            <p:nvPr/>
          </p:nvGrpSpPr>
          <p:grpSpPr>
            <a:xfrm>
              <a:off x="1010644" y="4788336"/>
              <a:ext cx="768574" cy="763602"/>
              <a:chOff x="1010644" y="4648905"/>
              <a:chExt cx="768574" cy="763602"/>
            </a:xfrm>
          </p:grpSpPr>
          <p:sp>
            <p:nvSpPr>
              <p:cNvPr id="26" name="Arco 25">
                <a:extLst>
                  <a:ext uri="{FF2B5EF4-FFF2-40B4-BE49-F238E27FC236}">
                    <a16:creationId xmlns:a16="http://schemas.microsoft.com/office/drawing/2014/main" id="{44C37F0F-A129-630C-610C-F5FE19747D6A}"/>
                  </a:ext>
                </a:extLst>
              </p:cNvPr>
              <p:cNvSpPr/>
              <p:nvPr/>
            </p:nvSpPr>
            <p:spPr>
              <a:xfrm rot="4001965">
                <a:off x="1020689" y="4895083"/>
                <a:ext cx="507379" cy="527469"/>
              </a:xfrm>
              <a:prstGeom prst="arc">
                <a:avLst>
                  <a:gd name="adj1" fmla="val 9915413"/>
                  <a:gd name="adj2" fmla="val 1747997"/>
                </a:avLst>
              </a:prstGeom>
              <a:ln w="19050"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sellaDiTesto 26">
                    <a:extLst>
                      <a:ext uri="{FF2B5EF4-FFF2-40B4-BE49-F238E27FC236}">
                        <a16:creationId xmlns:a16="http://schemas.microsoft.com/office/drawing/2014/main" id="{F0D47438-2174-4E37-4320-7A7787C5EC1F}"/>
                      </a:ext>
                    </a:extLst>
                  </p:cNvPr>
                  <p:cNvSpPr txBox="1"/>
                  <p:nvPr/>
                </p:nvSpPr>
                <p:spPr>
                  <a:xfrm>
                    <a:off x="1397126" y="4648905"/>
                    <a:ext cx="3820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CasellaDiTesto 26">
                    <a:extLst>
                      <a:ext uri="{FF2B5EF4-FFF2-40B4-BE49-F238E27FC236}">
                        <a16:creationId xmlns:a16="http://schemas.microsoft.com/office/drawing/2014/main" id="{F0D47438-2174-4E37-4320-7A7787C5EC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7126" y="4648905"/>
                    <a:ext cx="38209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A345FAC9-BAAB-A3ED-ABD4-29BF4E443C2E}"/>
                </a:ext>
              </a:extLst>
            </p:cNvPr>
            <p:cNvSpPr txBox="1"/>
            <p:nvPr/>
          </p:nvSpPr>
          <p:spPr>
            <a:xfrm>
              <a:off x="1731789" y="539507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pic>
        <p:nvPicPr>
          <p:cNvPr id="31" name="Immagine 30">
            <a:extLst>
              <a:ext uri="{FF2B5EF4-FFF2-40B4-BE49-F238E27FC236}">
                <a16:creationId xmlns:a16="http://schemas.microsoft.com/office/drawing/2014/main" id="{54128ACD-C921-6E3E-5C2F-359AAD1D0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639" y="4758844"/>
            <a:ext cx="1892300" cy="1397000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D9A6807-E8AC-BB80-8664-473DD8D41293}"/>
              </a:ext>
            </a:extLst>
          </p:cNvPr>
          <p:cNvSpPr txBox="1"/>
          <p:nvPr/>
        </p:nvSpPr>
        <p:spPr>
          <a:xfrm>
            <a:off x="7874904" y="5344499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Juliet (CPUs) </a:t>
            </a:r>
          </a:p>
        </p:txBody>
      </p:sp>
    </p:spTree>
    <p:extLst>
      <p:ext uri="{BB962C8B-B14F-4D97-AF65-F5344CB8AC3E}">
        <p14:creationId xmlns:p14="http://schemas.microsoft.com/office/powerpoint/2010/main" val="81174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BF8F3-087C-87DC-04E8-57C34FA5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Under the Hood: The </a:t>
            </a:r>
            <a:r>
              <a:rPr lang="it-IT" dirty="0" err="1"/>
              <a:t>Multilayer</a:t>
            </a:r>
            <a:r>
              <a:rPr lang="it-IT" dirty="0"/>
              <a:t> </a:t>
            </a:r>
            <a:r>
              <a:rPr lang="it-IT" dirty="0" err="1"/>
              <a:t>Perceptron</a:t>
            </a:r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2C3CB0E-6155-D109-6566-B7CFEEF5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74"/>
          <a:stretch>
            <a:fillRect/>
          </a:stretch>
        </p:blipFill>
        <p:spPr>
          <a:xfrm>
            <a:off x="1381897" y="1902941"/>
            <a:ext cx="9428205" cy="48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3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90BA8F-1C12-BE73-CC41-8919DBDB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Results: Temperature scan for FIRST </a:t>
            </a:r>
            <a:r>
              <a:rPr lang="en-US" dirty="0" err="1"/>
              <a:t>SamPLE</a:t>
            </a:r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7766ABA-EB3B-6907-8104-3042427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25" y="2328426"/>
            <a:ext cx="5515178" cy="419812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707E859-80EE-EF49-8EA6-9C31671C6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1630"/>
            <a:ext cx="5322837" cy="405171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5F3411E-A0A3-5685-9AA8-7A49978C104A}"/>
              </a:ext>
            </a:extLst>
          </p:cNvPr>
          <p:cNvSpPr txBox="1"/>
          <p:nvPr/>
        </p:nvSpPr>
        <p:spPr>
          <a:xfrm>
            <a:off x="8087802" y="211879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Hydroquinone</a:t>
            </a:r>
          </a:p>
        </p:txBody>
      </p:sp>
    </p:spTree>
    <p:extLst>
      <p:ext uri="{BB962C8B-B14F-4D97-AF65-F5344CB8AC3E}">
        <p14:creationId xmlns:p14="http://schemas.microsoft.com/office/powerpoint/2010/main" val="311505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30C8-8A98-9BD0-448B-E79B7926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59B6090-E40F-6ED4-E391-8D702BBBE6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Results: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SCAN for all 5 SAMPLES 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59B6090-E40F-6ED4-E391-8D702BBBE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831DE07C-9A5C-8CC0-D4D0-8AB7EF1A0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6" y="2194048"/>
            <a:ext cx="5186536" cy="41071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6E16A5C-B189-58D0-0CA7-A4A8693D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147" y="2345868"/>
            <a:ext cx="6328457" cy="395528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2E53A64-9DD1-3AE6-359B-46840567C101}"/>
              </a:ext>
            </a:extLst>
          </p:cNvPr>
          <p:cNvSpPr txBox="1"/>
          <p:nvPr/>
        </p:nvSpPr>
        <p:spPr>
          <a:xfrm>
            <a:off x="8042031" y="2085292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Hydroquinone</a:t>
            </a:r>
          </a:p>
        </p:txBody>
      </p:sp>
    </p:spTree>
    <p:extLst>
      <p:ext uri="{BB962C8B-B14F-4D97-AF65-F5344CB8AC3E}">
        <p14:creationId xmlns:p14="http://schemas.microsoft.com/office/powerpoint/2010/main" val="1371463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939F-2BC6-0789-5910-837BBA15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52D22DB-B502-B72A-0AB5-D049D269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Results: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SCAN for all 5 SAMPLES 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52D22DB-B502-B72A-0AB5-D049D269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94DBB64B-4438-A7F9-220C-230669D63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6" y="2194048"/>
            <a:ext cx="5186536" cy="410710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4D6A82A-FEA5-E0F7-F9EB-2610C3F2E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723" y="2322634"/>
            <a:ext cx="6365631" cy="397851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BB3C79-0202-1B38-DCF8-2B5F9611E2C7}"/>
              </a:ext>
            </a:extLst>
          </p:cNvPr>
          <p:cNvSpPr txBox="1"/>
          <p:nvPr/>
        </p:nvSpPr>
        <p:spPr>
          <a:xfrm>
            <a:off x="8209473" y="207367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Copper</a:t>
            </a:r>
          </a:p>
        </p:txBody>
      </p:sp>
    </p:spTree>
    <p:extLst>
      <p:ext uri="{BB962C8B-B14F-4D97-AF65-F5344CB8AC3E}">
        <p14:creationId xmlns:p14="http://schemas.microsoft.com/office/powerpoint/2010/main" val="407840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2E39-4D1A-D83C-0474-41A71128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4BD41EB9-47EF-1858-D673-2F5782A309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Results: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SCAN for all 5 SAMPLES 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4BD41EB9-47EF-1858-D673-2F5782A30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65C55E1F-09E4-6DDC-B1E0-889C5251F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6" y="2194048"/>
            <a:ext cx="5186536" cy="410710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742202B-127C-E6C0-B5C5-F1138361B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747" y="2345843"/>
            <a:ext cx="6328494" cy="395530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0265874-B126-6E59-DE61-1964328D005E}"/>
              </a:ext>
            </a:extLst>
          </p:cNvPr>
          <p:cNvSpPr txBox="1"/>
          <p:nvPr/>
        </p:nvSpPr>
        <p:spPr>
          <a:xfrm>
            <a:off x="8268088" y="20736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Cuprite</a:t>
            </a:r>
          </a:p>
        </p:txBody>
      </p:sp>
    </p:spTree>
    <p:extLst>
      <p:ext uri="{BB962C8B-B14F-4D97-AF65-F5344CB8AC3E}">
        <p14:creationId xmlns:p14="http://schemas.microsoft.com/office/powerpoint/2010/main" val="3612554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89260-84D1-7BEB-CA15-B2CA12B5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C49C324-9B03-391E-1376-57A5D5FA70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Results: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SCAN for all 5 SAMPLES 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AC49C324-9B03-391E-1376-57A5D5FA7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FCF2B017-BA2F-1413-752A-2AF2B1B6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6" y="2194048"/>
            <a:ext cx="5186536" cy="410710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192FE8C-A74B-11EB-1AE7-BFC43BEC7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142" y="2373921"/>
            <a:ext cx="6283570" cy="392723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8200C41-D2A3-A612-B1A7-4AAA9D231ECF}"/>
              </a:ext>
            </a:extLst>
          </p:cNvPr>
          <p:cNvSpPr txBox="1"/>
          <p:nvPr/>
        </p:nvSpPr>
        <p:spPr>
          <a:xfrm>
            <a:off x="8268088" y="207367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Sodalite</a:t>
            </a:r>
          </a:p>
        </p:txBody>
      </p:sp>
    </p:spTree>
    <p:extLst>
      <p:ext uri="{BB962C8B-B14F-4D97-AF65-F5344CB8AC3E}">
        <p14:creationId xmlns:p14="http://schemas.microsoft.com/office/powerpoint/2010/main" val="408299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0AAB-FFA8-E854-2B58-5DCC95038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2DA9E41-9534-8E0C-F7D2-BBB3695A46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Results: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SCAN for all 5 SAMPLES </a:t>
                </a: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E2DA9E41-9534-8E0C-F7D2-BBB3695A4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7B21C562-5179-A0F9-1251-CC2164F1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96" y="2194048"/>
            <a:ext cx="5186536" cy="410710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A323BA-0105-667A-69C3-FC1ACBE86901}"/>
              </a:ext>
            </a:extLst>
          </p:cNvPr>
          <p:cNvSpPr txBox="1"/>
          <p:nvPr/>
        </p:nvSpPr>
        <p:spPr>
          <a:xfrm>
            <a:off x="8268088" y="2073675"/>
            <a:ext cx="73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C0D62F8-2396-2661-C290-2437A6DAF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31" y="2379784"/>
            <a:ext cx="6236677" cy="389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1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6095D7-D109-150C-B8ED-BFE136EF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Shake </a:t>
            </a:r>
            <a:r>
              <a:rPr lang="it-IT" dirty="0" err="1"/>
              <a:t>It</a:t>
            </a:r>
            <a:r>
              <a:rPr lang="it-IT" dirty="0"/>
              <a:t> Up: </a:t>
            </a:r>
            <a:r>
              <a:rPr lang="it-IT" dirty="0" err="1"/>
              <a:t>Adding</a:t>
            </a:r>
            <a:r>
              <a:rPr lang="it-IT" dirty="0"/>
              <a:t> </a:t>
            </a:r>
            <a:r>
              <a:rPr lang="it-IT" dirty="0" err="1"/>
              <a:t>Perturbations</a:t>
            </a:r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E3380F-ED53-DF46-40AA-E9EA86BD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7" y="1987596"/>
            <a:ext cx="5369170" cy="425172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4C59069-4A8A-ABE1-3634-FDF31EE6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03" y="2155343"/>
            <a:ext cx="6534370" cy="408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6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63592F-D949-DCF3-3745-E10796B3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Blind Test: Can the Model Handle Copper?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37F693D-9666-4A60-2B94-70198309D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9" y="2395791"/>
            <a:ext cx="5146431" cy="407534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61286E7-4C4F-2AFC-1408-B26CAC724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487335"/>
            <a:ext cx="6410492" cy="4006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8BB893B-039A-6D48-0142-D83A737BA716}"/>
                  </a:ext>
                </a:extLst>
              </p:cNvPr>
              <p:cNvSpPr txBox="1"/>
              <p:nvPr/>
            </p:nvSpPr>
            <p:spPr>
              <a:xfrm>
                <a:off x="6558152" y="2026459"/>
                <a:ext cx="40183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Mcstas simulations at different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𝜗</m:t>
                    </m:r>
                  </m:oMath>
                </a14:m>
                <a:r>
                  <a:rPr lang="en-US" dirty="0"/>
                  <a:t> angles</a:t>
                </a: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8BB893B-039A-6D48-0142-D83A737B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52" y="2026459"/>
                <a:ext cx="4018344" cy="369332"/>
              </a:xfrm>
              <a:prstGeom prst="rect">
                <a:avLst/>
              </a:prstGeom>
              <a:blipFill>
                <a:blip r:embed="rId4"/>
                <a:stretch>
                  <a:fillRect l="-1262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93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67EB-BC8C-74B3-A7B9-060EBCAB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888305-05AF-1343-4471-E5B6F681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Blind Test: Can the Model Handle Copper?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4A09D78-DD87-63E9-9F41-5D28DEE5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2487335"/>
            <a:ext cx="6410492" cy="40065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237D3ACA-681C-A80B-EBF3-39AF0579A4D4}"/>
                  </a:ext>
                </a:extLst>
              </p:cNvPr>
              <p:cNvSpPr txBox="1"/>
              <p:nvPr/>
            </p:nvSpPr>
            <p:spPr>
              <a:xfrm>
                <a:off x="6314960" y="2074588"/>
                <a:ext cx="4950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Mcstas simulations at different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angles for Copper</a:t>
                </a: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237D3ACA-681C-A80B-EBF3-39AF0579A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960" y="2074588"/>
                <a:ext cx="4950009" cy="369332"/>
              </a:xfrm>
              <a:prstGeom prst="rect">
                <a:avLst/>
              </a:prstGeom>
              <a:blipFill>
                <a:blip r:embed="rId3"/>
                <a:stretch>
                  <a:fillRect l="-102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4C5A513E-7667-8F49-41C6-862594425DA2}"/>
              </a:ext>
            </a:extLst>
          </p:cNvPr>
          <p:cNvSpPr txBox="1"/>
          <p:nvPr/>
        </p:nvSpPr>
        <p:spPr>
          <a:xfrm>
            <a:off x="1396314" y="3171884"/>
            <a:ext cx="41468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/>
              <a:t>Us: &lt;&lt; </a:t>
            </a:r>
            <a:r>
              <a:rPr lang="en-US" i="1" noProof="0" dirty="0"/>
              <a:t>Claude why the model fails? </a:t>
            </a:r>
            <a:r>
              <a:rPr lang="en-US" noProof="0" dirty="0"/>
              <a:t>&gt;&gt;</a:t>
            </a:r>
          </a:p>
          <a:p>
            <a:endParaRPr lang="en-US" noProof="0" dirty="0"/>
          </a:p>
          <a:p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Claude: &lt;&lt; </a:t>
            </a:r>
            <a:r>
              <a:rPr lang="en-US" i="1" noProof="0" dirty="0">
                <a:solidFill>
                  <a:schemeClr val="accent3">
                    <a:lumMod val="75000"/>
                  </a:schemeClr>
                </a:solidFill>
              </a:rPr>
              <a:t>The model hasn't learned to remove the incoherent background. It has learned to recognize which of the four training materials a spectrum looks like and redraw that material's pattern. The extra peaks are most likely features copied from the other samples. </a:t>
            </a:r>
            <a:r>
              <a:rPr lang="en-US" noProof="0" dirty="0">
                <a:solidFill>
                  <a:schemeClr val="accent3">
                    <a:lumMod val="75000"/>
                  </a:schemeClr>
                </a:solidFill>
              </a:rPr>
              <a:t>&gt;&gt;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E3CA287-393C-9223-86E6-A2C658B7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945" y="1632055"/>
            <a:ext cx="1922612" cy="192261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5118FAE-CF91-66E7-BC50-FB85EB0484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59" r="21424"/>
          <a:stretch>
            <a:fillRect/>
          </a:stretch>
        </p:blipFill>
        <p:spPr>
          <a:xfrm flipH="1">
            <a:off x="148280" y="4000020"/>
            <a:ext cx="1248034" cy="141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53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A4720F-0975-3005-8442-2B752C61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CLAUDE’S Suggestions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1DE25F8-86EA-CA33-EB59-E02AC3372191}"/>
              </a:ext>
            </a:extLst>
          </p:cNvPr>
          <p:cNvSpPr txBox="1"/>
          <p:nvPr/>
        </p:nvSpPr>
        <p:spPr>
          <a:xfrm>
            <a:off x="2719516" y="1996864"/>
            <a:ext cx="78949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it-IT" dirty="0"/>
              <a:t>Claude: &lt;&lt;</a:t>
            </a:r>
            <a:r>
              <a:rPr lang="it-IT" i="1" dirty="0" err="1"/>
              <a:t>Changes</a:t>
            </a:r>
            <a:r>
              <a:rPr lang="it-IT" i="1" dirty="0"/>
              <a:t>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should</a:t>
            </a:r>
            <a:r>
              <a:rPr lang="it-IT" i="1" dirty="0"/>
              <a:t> help, </a:t>
            </a:r>
            <a:r>
              <a:rPr lang="it-IT" i="1" dirty="0" err="1"/>
              <a:t>most</a:t>
            </a:r>
            <a:r>
              <a:rPr lang="it-IT" i="1" dirty="0"/>
              <a:t> </a:t>
            </a:r>
            <a:r>
              <a:rPr lang="it-IT" i="1" dirty="0" err="1"/>
              <a:t>important</a:t>
            </a:r>
            <a:r>
              <a:rPr lang="it-IT" i="1" dirty="0"/>
              <a:t> first:</a:t>
            </a:r>
          </a:p>
          <a:p>
            <a:pPr algn="just" rtl="0">
              <a:buNone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 err="1"/>
              <a:t>Predict</a:t>
            </a:r>
            <a:r>
              <a:rPr lang="it-IT" i="1" dirty="0"/>
              <a:t> </a:t>
            </a:r>
            <a:r>
              <a:rPr lang="it-IT" i="1" dirty="0" err="1"/>
              <a:t>only</a:t>
            </a:r>
            <a:r>
              <a:rPr lang="it-IT" i="1" dirty="0"/>
              <a:t> the background. Change the model so </a:t>
            </a:r>
            <a:r>
              <a:rPr lang="it-IT" i="1" dirty="0" err="1"/>
              <a:t>its</a:t>
            </a:r>
            <a:r>
              <a:rPr lang="it-IT" i="1" dirty="0"/>
              <a:t> output </a:t>
            </a:r>
            <a:r>
              <a:rPr lang="it-IT" i="1" dirty="0" err="1"/>
              <a:t>is</a:t>
            </a:r>
            <a:r>
              <a:rPr lang="it-IT" i="1" dirty="0"/>
              <a:t> the input </a:t>
            </a:r>
            <a:r>
              <a:rPr lang="it-IT" i="1" dirty="0" err="1"/>
              <a:t>minus</a:t>
            </a:r>
            <a:r>
              <a:rPr lang="it-IT" i="1" dirty="0"/>
              <a:t> a </a:t>
            </a:r>
            <a:r>
              <a:rPr lang="it-IT" i="1" dirty="0" err="1"/>
              <a:t>predicted</a:t>
            </a:r>
            <a:r>
              <a:rPr lang="it-IT" i="1" dirty="0"/>
              <a:t> </a:t>
            </a:r>
            <a:r>
              <a:rPr lang="it-IT" i="1" dirty="0" err="1"/>
              <a:t>incoherent</a:t>
            </a:r>
            <a:r>
              <a:rPr lang="it-IT" i="1" dirty="0"/>
              <a:t> background, with the background </a:t>
            </a:r>
            <a:r>
              <a:rPr lang="it-IT" i="1" dirty="0" err="1"/>
              <a:t>kept</a:t>
            </a:r>
            <a:r>
              <a:rPr lang="it-IT" i="1" dirty="0"/>
              <a:t> positive. A model </a:t>
            </a:r>
            <a:r>
              <a:rPr lang="it-IT" i="1" dirty="0" err="1"/>
              <a:t>that</a:t>
            </a:r>
            <a:r>
              <a:rPr lang="it-IT" i="1" dirty="0"/>
              <a:t> does </a:t>
            </a:r>
            <a:r>
              <a:rPr lang="it-IT" i="1" dirty="0" err="1"/>
              <a:t>nothing</a:t>
            </a:r>
            <a:r>
              <a:rPr lang="it-IT" i="1" dirty="0"/>
              <a:t> </a:t>
            </a:r>
            <a:r>
              <a:rPr lang="it-IT" i="1" dirty="0" err="1"/>
              <a:t>then</a:t>
            </a:r>
            <a:r>
              <a:rPr lang="it-IT" i="1" dirty="0"/>
              <a:t> </a:t>
            </a:r>
            <a:r>
              <a:rPr lang="it-IT" i="1" dirty="0" err="1"/>
              <a:t>already</a:t>
            </a:r>
            <a:r>
              <a:rPr lang="it-IT" i="1" dirty="0"/>
              <a:t> </a:t>
            </a:r>
            <a:r>
              <a:rPr lang="it-IT" i="1" dirty="0" err="1"/>
              <a:t>gives</a:t>
            </a:r>
            <a:r>
              <a:rPr lang="it-IT" i="1" dirty="0"/>
              <a:t> the input back, </a:t>
            </a:r>
            <a:r>
              <a:rPr lang="it-IT" i="1" dirty="0" err="1"/>
              <a:t>which</a:t>
            </a:r>
            <a:r>
              <a:rPr lang="it-IT" i="1" dirty="0"/>
              <a:t> for </a:t>
            </a:r>
            <a:r>
              <a:rPr lang="it-IT" i="1" dirty="0" err="1"/>
              <a:t>cop</a:t>
            </a:r>
            <a:r>
              <a:rPr lang="it-IT" i="1" dirty="0"/>
              <a:t> </a:t>
            </a:r>
            <a:r>
              <a:rPr lang="it-IT" i="1" dirty="0" err="1"/>
              <a:t>is</a:t>
            </a:r>
            <a:r>
              <a:rPr lang="it-IT" i="1" dirty="0"/>
              <a:t> </a:t>
            </a:r>
            <a:r>
              <a:rPr lang="it-IT" i="1" dirty="0" err="1"/>
              <a:t>almost</a:t>
            </a:r>
            <a:r>
              <a:rPr lang="it-IT" i="1" dirty="0"/>
              <a:t> </a:t>
            </a:r>
            <a:r>
              <a:rPr lang="it-IT" i="1" dirty="0" err="1"/>
              <a:t>perfect</a:t>
            </a:r>
            <a:r>
              <a:rPr lang="it-IT" i="1" dirty="0"/>
              <a:t>. </a:t>
            </a:r>
            <a:r>
              <a:rPr lang="it-IT" i="1" dirty="0" err="1"/>
              <a:t>It</a:t>
            </a:r>
            <a:r>
              <a:rPr lang="it-IT" i="1" dirty="0"/>
              <a:t> can no </a:t>
            </a:r>
            <a:r>
              <a:rPr lang="it-IT" i="1" dirty="0" err="1"/>
              <a:t>longer</a:t>
            </a:r>
            <a:r>
              <a:rPr lang="it-IT" i="1" dirty="0"/>
              <a:t> </a:t>
            </a:r>
            <a:r>
              <a:rPr lang="it-IT" i="1" dirty="0" err="1"/>
              <a:t>lose</a:t>
            </a:r>
            <a:r>
              <a:rPr lang="it-IT" i="1" dirty="0"/>
              <a:t> </a:t>
            </a:r>
            <a:r>
              <a:rPr lang="it-IT" i="1" dirty="0" err="1"/>
              <a:t>real</a:t>
            </a:r>
            <a:r>
              <a:rPr lang="it-IT" i="1" dirty="0"/>
              <a:t> </a:t>
            </a:r>
            <a:r>
              <a:rPr lang="it-IT" i="1" dirty="0" err="1"/>
              <a:t>peaks</a:t>
            </a:r>
            <a:r>
              <a:rPr lang="it-IT" i="1" dirty="0"/>
              <a:t> or </a:t>
            </a:r>
            <a:r>
              <a:rPr lang="it-IT" i="1" dirty="0" err="1"/>
              <a:t>invent</a:t>
            </a:r>
            <a:r>
              <a:rPr lang="it-IT" i="1" dirty="0"/>
              <a:t> new </a:t>
            </a:r>
            <a:r>
              <a:rPr lang="it-IT" i="1" dirty="0" err="1"/>
              <a:t>ones</a:t>
            </a:r>
            <a:r>
              <a:rPr lang="it-IT" i="1" dirty="0"/>
              <a:t>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/>
              <a:t>Use a 1D </a:t>
            </a:r>
            <a:r>
              <a:rPr lang="it-IT" i="1" dirty="0" err="1"/>
              <a:t>convolutional</a:t>
            </a:r>
            <a:r>
              <a:rPr lang="it-IT" i="1" dirty="0"/>
              <a:t> network </a:t>
            </a:r>
            <a:r>
              <a:rPr lang="it-IT" i="1" dirty="0" err="1"/>
              <a:t>instead</a:t>
            </a:r>
            <a:r>
              <a:rPr lang="it-IT" i="1" dirty="0"/>
              <a:t> of the </a:t>
            </a:r>
            <a:r>
              <a:rPr lang="it-IT" i="1" dirty="0" err="1"/>
              <a:t>fully</a:t>
            </a:r>
            <a:r>
              <a:rPr lang="it-IT" i="1" dirty="0"/>
              <a:t> </a:t>
            </a:r>
            <a:r>
              <a:rPr lang="it-IT" i="1" dirty="0" err="1"/>
              <a:t>connected</a:t>
            </a:r>
            <a:r>
              <a:rPr lang="it-IT" i="1" dirty="0"/>
              <a:t> one. </a:t>
            </a:r>
            <a:r>
              <a:rPr lang="it-IT" i="1" dirty="0" err="1"/>
              <a:t>It</a:t>
            </a:r>
            <a:r>
              <a:rPr lang="it-IT" i="1" dirty="0"/>
              <a:t> looks </a:t>
            </a:r>
            <a:r>
              <a:rPr lang="it-IT" i="1" dirty="0" err="1"/>
              <a:t>at</a:t>
            </a:r>
            <a:r>
              <a:rPr lang="it-IT" i="1" dirty="0"/>
              <a:t> </a:t>
            </a:r>
            <a:r>
              <a:rPr lang="it-IT" i="1" dirty="0" err="1"/>
              <a:t>local</a:t>
            </a:r>
            <a:r>
              <a:rPr lang="it-IT" i="1" dirty="0"/>
              <a:t> </a:t>
            </a:r>
            <a:r>
              <a:rPr lang="it-IT" i="1" dirty="0" err="1"/>
              <a:t>shapes</a:t>
            </a:r>
            <a:r>
              <a:rPr lang="it-IT" i="1" dirty="0"/>
              <a:t> </a:t>
            </a:r>
            <a:r>
              <a:rPr lang="it-IT" i="1" dirty="0" err="1"/>
              <a:t>rather</a:t>
            </a:r>
            <a:r>
              <a:rPr lang="it-IT" i="1" dirty="0"/>
              <a:t> </a:t>
            </a:r>
            <a:r>
              <a:rPr lang="it-IT" i="1" dirty="0" err="1"/>
              <a:t>than</a:t>
            </a:r>
            <a:r>
              <a:rPr lang="it-IT" i="1" dirty="0"/>
              <a:t> </a:t>
            </a:r>
            <a:r>
              <a:rPr lang="it-IT" i="1" dirty="0" err="1"/>
              <a:t>memorising</a:t>
            </a:r>
            <a:r>
              <a:rPr lang="it-IT" i="1" dirty="0"/>
              <a:t> </a:t>
            </a:r>
            <a:r>
              <a:rPr lang="it-IT" i="1" dirty="0" err="1"/>
              <a:t>whole</a:t>
            </a:r>
            <a:r>
              <a:rPr lang="it-IT" i="1" dirty="0"/>
              <a:t> </a:t>
            </a:r>
            <a:r>
              <a:rPr lang="it-IT" i="1" dirty="0" err="1"/>
              <a:t>spectra</a:t>
            </a:r>
            <a:r>
              <a:rPr lang="it-IT" i="1" dirty="0"/>
              <a:t>, so </a:t>
            </a:r>
            <a:r>
              <a:rPr lang="it-IT" i="1" dirty="0" err="1"/>
              <a:t>it</a:t>
            </a:r>
            <a:r>
              <a:rPr lang="it-IT" i="1" dirty="0"/>
              <a:t> </a:t>
            </a:r>
            <a:r>
              <a:rPr lang="it-IT" i="1" dirty="0" err="1"/>
              <a:t>copes</a:t>
            </a:r>
            <a:r>
              <a:rPr lang="it-IT" i="1" dirty="0"/>
              <a:t> </a:t>
            </a:r>
            <a:r>
              <a:rPr lang="it-IT" i="1" dirty="0" err="1"/>
              <a:t>better</a:t>
            </a:r>
            <a:r>
              <a:rPr lang="it-IT" i="1" dirty="0"/>
              <a:t> with </a:t>
            </a:r>
            <a:r>
              <a:rPr lang="it-IT" i="1" dirty="0" err="1"/>
              <a:t>peaks</a:t>
            </a:r>
            <a:r>
              <a:rPr lang="it-IT" i="1" dirty="0"/>
              <a:t> in places </a:t>
            </a:r>
            <a:r>
              <a:rPr lang="it-IT" i="1" dirty="0" err="1"/>
              <a:t>it</a:t>
            </a:r>
            <a:r>
              <a:rPr lang="it-IT" i="1" dirty="0"/>
              <a:t> </a:t>
            </a:r>
            <a:r>
              <a:rPr lang="it-IT" i="1" dirty="0" err="1"/>
              <a:t>hasn't</a:t>
            </a:r>
            <a:r>
              <a:rPr lang="it-IT" i="1" dirty="0"/>
              <a:t> </a:t>
            </a:r>
            <a:r>
              <a:rPr lang="it-IT" i="1" dirty="0" err="1"/>
              <a:t>seen</a:t>
            </a:r>
            <a:r>
              <a:rPr lang="it-IT" i="1" dirty="0"/>
              <a:t> </a:t>
            </a:r>
            <a:r>
              <a:rPr lang="it-IT" i="1" dirty="0" err="1"/>
              <a:t>before</a:t>
            </a:r>
            <a:r>
              <a:rPr lang="it-IT" i="1" dirty="0"/>
              <a:t>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 err="1"/>
              <a:t>Normalise</a:t>
            </a:r>
            <a:r>
              <a:rPr lang="it-IT" i="1" dirty="0"/>
              <a:t> </a:t>
            </a:r>
            <a:r>
              <a:rPr lang="it-IT" i="1" dirty="0" err="1"/>
              <a:t>each</a:t>
            </a:r>
            <a:r>
              <a:rPr lang="it-IT" i="1" dirty="0"/>
              <a:t> </a:t>
            </a:r>
            <a:r>
              <a:rPr lang="it-IT" i="1" dirty="0" err="1"/>
              <a:t>spectrum</a:t>
            </a:r>
            <a:r>
              <a:rPr lang="it-IT" i="1" dirty="0"/>
              <a:t> on </a:t>
            </a:r>
            <a:r>
              <a:rPr lang="it-IT" i="1" dirty="0" err="1"/>
              <a:t>its</a:t>
            </a:r>
            <a:r>
              <a:rPr lang="it-IT" i="1" dirty="0"/>
              <a:t> </a:t>
            </a:r>
            <a:r>
              <a:rPr lang="it-IT" i="1" dirty="0" err="1"/>
              <a:t>own</a:t>
            </a:r>
            <a:r>
              <a:rPr lang="it-IT" i="1" dirty="0"/>
              <a:t>, </a:t>
            </a:r>
            <a:r>
              <a:rPr lang="it-IT" i="1" dirty="0" err="1"/>
              <a:t>instead</a:t>
            </a:r>
            <a:r>
              <a:rPr lang="it-IT" i="1" dirty="0"/>
              <a:t> of </a:t>
            </a:r>
            <a:r>
              <a:rPr lang="it-IT" i="1" dirty="0" err="1"/>
              <a:t>dividing</a:t>
            </a:r>
            <a:r>
              <a:rPr lang="it-IT" i="1" dirty="0"/>
              <a:t> </a:t>
            </a:r>
            <a:r>
              <a:rPr lang="it-IT" i="1" dirty="0" err="1"/>
              <a:t>all</a:t>
            </a:r>
            <a:r>
              <a:rPr lang="it-IT" i="1" dirty="0"/>
              <a:t> of </a:t>
            </a:r>
            <a:r>
              <a:rPr lang="it-IT" i="1" dirty="0" err="1"/>
              <a:t>them</a:t>
            </a:r>
            <a:r>
              <a:rPr lang="it-IT" i="1" dirty="0"/>
              <a:t> by one </a:t>
            </a:r>
            <a:r>
              <a:rPr lang="it-IT" i="1" dirty="0" err="1"/>
              <a:t>shared</a:t>
            </a:r>
            <a:r>
              <a:rPr lang="it-IT" i="1" dirty="0"/>
              <a:t> maximum.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 err="1"/>
              <a:t>Add</a:t>
            </a:r>
            <a:r>
              <a:rPr lang="it-IT" i="1" dirty="0"/>
              <a:t> more </a:t>
            </a:r>
            <a:r>
              <a:rPr lang="it-IT" i="1" dirty="0" err="1"/>
              <a:t>materials</a:t>
            </a:r>
            <a:r>
              <a:rPr lang="it-IT" i="1" dirty="0"/>
              <a:t> to training </a:t>
            </a:r>
            <a:r>
              <a:rPr lang="it-IT" i="1" dirty="0" err="1"/>
              <a:t>if</a:t>
            </a:r>
            <a:r>
              <a:rPr lang="it-IT" i="1" dirty="0"/>
              <a:t> </a:t>
            </a:r>
            <a:r>
              <a:rPr lang="it-IT" i="1" dirty="0" err="1"/>
              <a:t>you</a:t>
            </a:r>
            <a:r>
              <a:rPr lang="it-IT" i="1" dirty="0"/>
              <a:t> can simulate </a:t>
            </a:r>
            <a:r>
              <a:rPr lang="it-IT" i="1" dirty="0" err="1"/>
              <a:t>them</a:t>
            </a:r>
            <a:r>
              <a:rPr lang="it-IT" i="1" dirty="0"/>
              <a:t>. </a:t>
            </a:r>
            <a:r>
              <a:rPr lang="it-IT" i="1" dirty="0" err="1"/>
              <a:t>Four</a:t>
            </a:r>
            <a:r>
              <a:rPr lang="it-IT" i="1" dirty="0"/>
              <a:t> </a:t>
            </a:r>
            <a:r>
              <a:rPr lang="it-IT" i="1" dirty="0" err="1"/>
              <a:t>is</a:t>
            </a:r>
            <a:r>
              <a:rPr lang="it-IT" i="1" dirty="0"/>
              <a:t> </a:t>
            </a:r>
            <a:r>
              <a:rPr lang="it-IT" i="1" dirty="0" err="1"/>
              <a:t>very</a:t>
            </a:r>
            <a:r>
              <a:rPr lang="it-IT" i="1" dirty="0"/>
              <a:t> </a:t>
            </a:r>
            <a:r>
              <a:rPr lang="it-IT" i="1" dirty="0" err="1"/>
              <a:t>few</a:t>
            </a:r>
            <a:r>
              <a:rPr lang="it-IT" i="1" dirty="0"/>
              <a:t> for a model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has</a:t>
            </a:r>
            <a:r>
              <a:rPr lang="it-IT" i="1" dirty="0"/>
              <a:t> to </a:t>
            </a:r>
            <a:r>
              <a:rPr lang="it-IT" i="1" dirty="0" err="1"/>
              <a:t>generalise</a:t>
            </a:r>
            <a:r>
              <a:rPr lang="it-IT" i="1" dirty="0"/>
              <a:t> to a new one. &gt;&gt;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1733DCB-CD4E-4413-FCB6-4A70B390F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59" r="21424"/>
          <a:stretch>
            <a:fillRect/>
          </a:stretch>
        </p:blipFill>
        <p:spPr>
          <a:xfrm flipH="1">
            <a:off x="1169773" y="3429000"/>
            <a:ext cx="1248034" cy="141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15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72FFE-AB51-18CC-AF56-424C83713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BB1E24-62F6-32B0-1174-BE350ED9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CLAUDE’S Suggestions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B1D693-B99F-61E4-3A05-9A9C32B55BCC}"/>
              </a:ext>
            </a:extLst>
          </p:cNvPr>
          <p:cNvSpPr txBox="1"/>
          <p:nvPr/>
        </p:nvSpPr>
        <p:spPr>
          <a:xfrm>
            <a:off x="2719516" y="1996864"/>
            <a:ext cx="78949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it-IT" dirty="0"/>
              <a:t>Claude: &lt;&lt;</a:t>
            </a:r>
            <a:r>
              <a:rPr lang="it-IT" i="1" dirty="0" err="1"/>
              <a:t>Changes</a:t>
            </a:r>
            <a:r>
              <a:rPr lang="it-IT" i="1" dirty="0"/>
              <a:t>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should</a:t>
            </a:r>
            <a:r>
              <a:rPr lang="it-IT" i="1" dirty="0"/>
              <a:t> help, </a:t>
            </a:r>
            <a:r>
              <a:rPr lang="it-IT" i="1" dirty="0" err="1"/>
              <a:t>most</a:t>
            </a:r>
            <a:r>
              <a:rPr lang="it-IT" i="1" dirty="0"/>
              <a:t> </a:t>
            </a:r>
            <a:r>
              <a:rPr lang="it-IT" i="1" dirty="0" err="1"/>
              <a:t>important</a:t>
            </a:r>
            <a:r>
              <a:rPr lang="it-IT" i="1" dirty="0"/>
              <a:t> first:</a:t>
            </a:r>
          </a:p>
          <a:p>
            <a:pPr algn="just" rtl="0">
              <a:buNone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Predict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only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the background. Change the model so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its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output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the input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minus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a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predicted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incoherent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background, with the background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kept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positive. A model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that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does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nothing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then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already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gives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the input back,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which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for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cop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almost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perfect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can no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longer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lose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real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peaks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or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invent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 new </a:t>
            </a:r>
            <a:r>
              <a:rPr lang="it-IT" b="1" i="1" dirty="0" err="1">
                <a:solidFill>
                  <a:schemeClr val="accent3">
                    <a:lumMod val="50000"/>
                  </a:schemeClr>
                </a:solidFill>
              </a:rPr>
              <a:t>ones</a:t>
            </a:r>
            <a:r>
              <a:rPr lang="it-IT" b="1" i="1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/>
              <a:t>Use a 1D </a:t>
            </a:r>
            <a:r>
              <a:rPr lang="it-IT" i="1" dirty="0" err="1"/>
              <a:t>convolutional</a:t>
            </a:r>
            <a:r>
              <a:rPr lang="it-IT" i="1" dirty="0"/>
              <a:t> network </a:t>
            </a:r>
            <a:r>
              <a:rPr lang="it-IT" i="1" dirty="0" err="1"/>
              <a:t>instead</a:t>
            </a:r>
            <a:r>
              <a:rPr lang="it-IT" i="1" dirty="0"/>
              <a:t> of the </a:t>
            </a:r>
            <a:r>
              <a:rPr lang="it-IT" i="1" dirty="0" err="1"/>
              <a:t>fully</a:t>
            </a:r>
            <a:r>
              <a:rPr lang="it-IT" i="1" dirty="0"/>
              <a:t> </a:t>
            </a:r>
            <a:r>
              <a:rPr lang="it-IT" i="1" dirty="0" err="1"/>
              <a:t>connected</a:t>
            </a:r>
            <a:r>
              <a:rPr lang="it-IT" i="1" dirty="0"/>
              <a:t> one. </a:t>
            </a:r>
            <a:r>
              <a:rPr lang="it-IT" i="1" dirty="0" err="1"/>
              <a:t>It</a:t>
            </a:r>
            <a:r>
              <a:rPr lang="it-IT" i="1" dirty="0"/>
              <a:t> looks </a:t>
            </a:r>
            <a:r>
              <a:rPr lang="it-IT" i="1" dirty="0" err="1"/>
              <a:t>at</a:t>
            </a:r>
            <a:r>
              <a:rPr lang="it-IT" i="1" dirty="0"/>
              <a:t> </a:t>
            </a:r>
            <a:r>
              <a:rPr lang="it-IT" i="1" dirty="0" err="1"/>
              <a:t>local</a:t>
            </a:r>
            <a:r>
              <a:rPr lang="it-IT" i="1" dirty="0"/>
              <a:t> </a:t>
            </a:r>
            <a:r>
              <a:rPr lang="it-IT" i="1" dirty="0" err="1"/>
              <a:t>shapes</a:t>
            </a:r>
            <a:r>
              <a:rPr lang="it-IT" i="1" dirty="0"/>
              <a:t> </a:t>
            </a:r>
            <a:r>
              <a:rPr lang="it-IT" i="1" dirty="0" err="1"/>
              <a:t>rather</a:t>
            </a:r>
            <a:r>
              <a:rPr lang="it-IT" i="1" dirty="0"/>
              <a:t> </a:t>
            </a:r>
            <a:r>
              <a:rPr lang="it-IT" i="1" dirty="0" err="1"/>
              <a:t>than</a:t>
            </a:r>
            <a:r>
              <a:rPr lang="it-IT" i="1" dirty="0"/>
              <a:t> </a:t>
            </a:r>
            <a:r>
              <a:rPr lang="it-IT" i="1" dirty="0" err="1"/>
              <a:t>memorising</a:t>
            </a:r>
            <a:r>
              <a:rPr lang="it-IT" i="1" dirty="0"/>
              <a:t> </a:t>
            </a:r>
            <a:r>
              <a:rPr lang="it-IT" i="1" dirty="0" err="1"/>
              <a:t>whole</a:t>
            </a:r>
            <a:r>
              <a:rPr lang="it-IT" i="1" dirty="0"/>
              <a:t> </a:t>
            </a:r>
            <a:r>
              <a:rPr lang="it-IT" i="1" dirty="0" err="1"/>
              <a:t>spectra</a:t>
            </a:r>
            <a:r>
              <a:rPr lang="it-IT" i="1" dirty="0"/>
              <a:t>, so </a:t>
            </a:r>
            <a:r>
              <a:rPr lang="it-IT" i="1" dirty="0" err="1"/>
              <a:t>it</a:t>
            </a:r>
            <a:r>
              <a:rPr lang="it-IT" i="1" dirty="0"/>
              <a:t> </a:t>
            </a:r>
            <a:r>
              <a:rPr lang="it-IT" i="1" dirty="0" err="1"/>
              <a:t>copes</a:t>
            </a:r>
            <a:r>
              <a:rPr lang="it-IT" i="1" dirty="0"/>
              <a:t> </a:t>
            </a:r>
            <a:r>
              <a:rPr lang="it-IT" i="1" dirty="0" err="1"/>
              <a:t>better</a:t>
            </a:r>
            <a:r>
              <a:rPr lang="it-IT" i="1" dirty="0"/>
              <a:t> with </a:t>
            </a:r>
            <a:r>
              <a:rPr lang="it-IT" i="1" dirty="0" err="1"/>
              <a:t>peaks</a:t>
            </a:r>
            <a:r>
              <a:rPr lang="it-IT" i="1" dirty="0"/>
              <a:t> in places </a:t>
            </a:r>
            <a:r>
              <a:rPr lang="it-IT" i="1" dirty="0" err="1"/>
              <a:t>it</a:t>
            </a:r>
            <a:r>
              <a:rPr lang="it-IT" i="1" dirty="0"/>
              <a:t> </a:t>
            </a:r>
            <a:r>
              <a:rPr lang="it-IT" i="1" dirty="0" err="1"/>
              <a:t>hasn't</a:t>
            </a:r>
            <a:r>
              <a:rPr lang="it-IT" i="1" dirty="0"/>
              <a:t> </a:t>
            </a:r>
            <a:r>
              <a:rPr lang="it-IT" i="1" dirty="0" err="1"/>
              <a:t>seen</a:t>
            </a:r>
            <a:r>
              <a:rPr lang="it-IT" i="1" dirty="0"/>
              <a:t> </a:t>
            </a:r>
            <a:r>
              <a:rPr lang="it-IT" i="1" dirty="0" err="1"/>
              <a:t>before</a:t>
            </a:r>
            <a:r>
              <a:rPr lang="it-IT" i="1" dirty="0"/>
              <a:t>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 err="1"/>
              <a:t>Normalise</a:t>
            </a:r>
            <a:r>
              <a:rPr lang="it-IT" i="1" dirty="0"/>
              <a:t> </a:t>
            </a:r>
            <a:r>
              <a:rPr lang="it-IT" i="1" dirty="0" err="1"/>
              <a:t>each</a:t>
            </a:r>
            <a:r>
              <a:rPr lang="it-IT" i="1" dirty="0"/>
              <a:t> </a:t>
            </a:r>
            <a:r>
              <a:rPr lang="it-IT" i="1" dirty="0" err="1"/>
              <a:t>spectrum</a:t>
            </a:r>
            <a:r>
              <a:rPr lang="it-IT" i="1" dirty="0"/>
              <a:t> on </a:t>
            </a:r>
            <a:r>
              <a:rPr lang="it-IT" i="1" dirty="0" err="1"/>
              <a:t>its</a:t>
            </a:r>
            <a:r>
              <a:rPr lang="it-IT" i="1" dirty="0"/>
              <a:t> </a:t>
            </a:r>
            <a:r>
              <a:rPr lang="it-IT" i="1" dirty="0" err="1"/>
              <a:t>own</a:t>
            </a:r>
            <a:r>
              <a:rPr lang="it-IT" i="1" dirty="0"/>
              <a:t>, </a:t>
            </a:r>
            <a:r>
              <a:rPr lang="it-IT" i="1" dirty="0" err="1"/>
              <a:t>instead</a:t>
            </a:r>
            <a:r>
              <a:rPr lang="it-IT" i="1" dirty="0"/>
              <a:t> of </a:t>
            </a:r>
            <a:r>
              <a:rPr lang="it-IT" i="1" dirty="0" err="1"/>
              <a:t>dividing</a:t>
            </a:r>
            <a:r>
              <a:rPr lang="it-IT" i="1" dirty="0"/>
              <a:t> </a:t>
            </a:r>
            <a:r>
              <a:rPr lang="it-IT" i="1" dirty="0" err="1"/>
              <a:t>all</a:t>
            </a:r>
            <a:r>
              <a:rPr lang="it-IT" i="1" dirty="0"/>
              <a:t> of </a:t>
            </a:r>
            <a:r>
              <a:rPr lang="it-IT" i="1" dirty="0" err="1"/>
              <a:t>them</a:t>
            </a:r>
            <a:r>
              <a:rPr lang="it-IT" i="1" dirty="0"/>
              <a:t> by one </a:t>
            </a:r>
            <a:r>
              <a:rPr lang="it-IT" i="1" dirty="0" err="1"/>
              <a:t>shared</a:t>
            </a:r>
            <a:r>
              <a:rPr lang="it-IT" i="1" dirty="0"/>
              <a:t> maximum.</a:t>
            </a:r>
          </a:p>
          <a:p>
            <a:pPr marL="342900" lvl="0" indent="-342900" algn="just" rtl="0">
              <a:buFont typeface="+mj-lt"/>
              <a:buAutoNum type="arabicPeriod"/>
            </a:pPr>
            <a:endParaRPr lang="it-IT" i="1" dirty="0"/>
          </a:p>
          <a:p>
            <a:pPr marL="342900" lvl="0" indent="-342900" algn="just" rtl="0">
              <a:buFont typeface="+mj-lt"/>
              <a:buAutoNum type="arabicPeriod"/>
            </a:pPr>
            <a:r>
              <a:rPr lang="it-IT" i="1" dirty="0" err="1"/>
              <a:t>Add</a:t>
            </a:r>
            <a:r>
              <a:rPr lang="it-IT" i="1" dirty="0"/>
              <a:t> more </a:t>
            </a:r>
            <a:r>
              <a:rPr lang="it-IT" i="1" dirty="0" err="1"/>
              <a:t>materials</a:t>
            </a:r>
            <a:r>
              <a:rPr lang="it-IT" i="1" dirty="0"/>
              <a:t> to training </a:t>
            </a:r>
            <a:r>
              <a:rPr lang="it-IT" i="1" dirty="0" err="1"/>
              <a:t>if</a:t>
            </a:r>
            <a:r>
              <a:rPr lang="it-IT" i="1" dirty="0"/>
              <a:t> </a:t>
            </a:r>
            <a:r>
              <a:rPr lang="it-IT" i="1" dirty="0" err="1"/>
              <a:t>you</a:t>
            </a:r>
            <a:r>
              <a:rPr lang="it-IT" i="1" dirty="0"/>
              <a:t> can simulate </a:t>
            </a:r>
            <a:r>
              <a:rPr lang="it-IT" i="1" dirty="0" err="1"/>
              <a:t>them</a:t>
            </a:r>
            <a:r>
              <a:rPr lang="it-IT" i="1" dirty="0"/>
              <a:t>. </a:t>
            </a:r>
            <a:r>
              <a:rPr lang="it-IT" i="1" dirty="0" err="1"/>
              <a:t>Four</a:t>
            </a:r>
            <a:r>
              <a:rPr lang="it-IT" i="1" dirty="0"/>
              <a:t> </a:t>
            </a:r>
            <a:r>
              <a:rPr lang="it-IT" i="1" dirty="0" err="1"/>
              <a:t>is</a:t>
            </a:r>
            <a:r>
              <a:rPr lang="it-IT" i="1" dirty="0"/>
              <a:t> </a:t>
            </a:r>
            <a:r>
              <a:rPr lang="it-IT" i="1" dirty="0" err="1"/>
              <a:t>very</a:t>
            </a:r>
            <a:r>
              <a:rPr lang="it-IT" i="1" dirty="0"/>
              <a:t> </a:t>
            </a:r>
            <a:r>
              <a:rPr lang="it-IT" i="1" dirty="0" err="1"/>
              <a:t>few</a:t>
            </a:r>
            <a:r>
              <a:rPr lang="it-IT" i="1" dirty="0"/>
              <a:t> for a model </a:t>
            </a:r>
            <a:r>
              <a:rPr lang="it-IT" i="1" dirty="0" err="1"/>
              <a:t>that</a:t>
            </a:r>
            <a:r>
              <a:rPr lang="it-IT" i="1" dirty="0"/>
              <a:t> </a:t>
            </a:r>
            <a:r>
              <a:rPr lang="it-IT" i="1" dirty="0" err="1"/>
              <a:t>has</a:t>
            </a:r>
            <a:r>
              <a:rPr lang="it-IT" i="1" dirty="0"/>
              <a:t> to </a:t>
            </a:r>
            <a:r>
              <a:rPr lang="it-IT" i="1" dirty="0" err="1"/>
              <a:t>generalise</a:t>
            </a:r>
            <a:r>
              <a:rPr lang="it-IT" i="1" dirty="0"/>
              <a:t> to a new one. &gt;&gt;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9712E9E-020D-5531-F978-F7FC91229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59" r="21424"/>
          <a:stretch>
            <a:fillRect/>
          </a:stretch>
        </p:blipFill>
        <p:spPr>
          <a:xfrm flipH="1">
            <a:off x="1169773" y="3429000"/>
            <a:ext cx="1248034" cy="141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15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0C615-D222-FB63-CC50-40F70369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SOLUTION 1: predict only the background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8698A92-4CC4-6024-DE1C-095FA47D6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029" y="2422187"/>
            <a:ext cx="6365779" cy="39786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C8AEE28-57FC-0E73-DB24-C5115E9C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27" y="2532620"/>
            <a:ext cx="5075202" cy="37577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7E76F3B-3446-3C37-B995-A25431AC5150}"/>
                  </a:ext>
                </a:extLst>
              </p:cNvPr>
              <p:cNvSpPr txBox="1"/>
              <p:nvPr/>
            </p:nvSpPr>
            <p:spPr>
              <a:xfrm>
                <a:off x="6314960" y="2074588"/>
                <a:ext cx="4950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Mcstas simulations at different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angles for Copper</a:t>
                </a:r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7E76F3B-3446-3C37-B995-A25431AC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960" y="2074588"/>
                <a:ext cx="4950009" cy="369332"/>
              </a:xfrm>
              <a:prstGeom prst="rect">
                <a:avLst/>
              </a:prstGeom>
              <a:blipFill>
                <a:blip r:embed="rId4"/>
                <a:stretch>
                  <a:fillRect l="-1023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50754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i">
  <a:themeElements>
    <a:clrScheme name="Dividend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ividend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238</TotalTime>
  <Words>601</Words>
  <Application>Microsoft Macintosh PowerPoint</Application>
  <PresentationFormat>Widescreen</PresentationFormat>
  <Paragraphs>78</Paragraphs>
  <Slides>18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 Math</vt:lpstr>
      <vt:lpstr>Gill Sans MT</vt:lpstr>
      <vt:lpstr>Times New Roman</vt:lpstr>
      <vt:lpstr>Wingdings 2</vt:lpstr>
      <vt:lpstr>Dividendi</vt:lpstr>
      <vt:lpstr>Presentazione standard di PowerPoint</vt:lpstr>
      <vt:lpstr>Instrument: FOCUS </vt:lpstr>
      <vt:lpstr>SAMPLES and Parameters</vt:lpstr>
      <vt:lpstr>SAMPLES and Parameters</vt:lpstr>
      <vt:lpstr>SAMPLES and Parameters</vt:lpstr>
      <vt:lpstr>Under the Hood: The Multilayer Perceptron</vt:lpstr>
      <vt:lpstr>Results: Temperature scan for FIRST SamPLE</vt:lpstr>
      <vt:lpstr>Results: ANGLE ϑ SCAN for all 5 SAMPLES </vt:lpstr>
      <vt:lpstr>Results: ANGLE ϑ SCAN for all 5 SAMPLES </vt:lpstr>
      <vt:lpstr>Results: ANGLE ϑ SCAN for all 5 SAMPLES </vt:lpstr>
      <vt:lpstr>Results: ANGLE ϑ SCAN for all 5 SAMPLES </vt:lpstr>
      <vt:lpstr>Results: ANGLE ϑ SCAN for all 5 SAMPLES </vt:lpstr>
      <vt:lpstr>Shake It Up: Adding Perturbations</vt:lpstr>
      <vt:lpstr>Blind Test: Can the Model Handle Copper?</vt:lpstr>
      <vt:lpstr>Blind Test: Can the Model Handle Copper?</vt:lpstr>
      <vt:lpstr>CLAUDE’S Suggestions</vt:lpstr>
      <vt:lpstr>CLAUDE’S Suggestions</vt:lpstr>
      <vt:lpstr>SOLUTION 1: predict only the background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Silvia Cristofaro</dc:creator>
  <cp:lastModifiedBy>Silvia Cristofaro</cp:lastModifiedBy>
  <cp:revision>1</cp:revision>
  <dcterms:created xsi:type="dcterms:W3CDTF">2026-09-24T12:05:02Z</dcterms:created>
  <dcterms:modified xsi:type="dcterms:W3CDTF">2026-09-25T06:53:44Z</dcterms:modified>
</cp:coreProperties>
</file>